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3"/>
    <p:sldId id="256" r:id="rId5"/>
    <p:sldId id="257" r:id="rId6"/>
    <p:sldId id="258" r:id="rId7"/>
    <p:sldId id="277" r:id="rId8"/>
    <p:sldId id="259" r:id="rId9"/>
    <p:sldId id="260" r:id="rId10"/>
    <p:sldId id="261" r:id="rId11"/>
    <p:sldId id="278" r:id="rId12"/>
    <p:sldId id="262" r:id="rId13"/>
    <p:sldId id="279" r:id="rId14"/>
    <p:sldId id="280" r:id="rId15"/>
    <p:sldId id="281" r:id="rId16"/>
    <p:sldId id="282" r:id="rId17"/>
    <p:sldId id="283" r:id="rId18"/>
    <p:sldId id="263" r:id="rId19"/>
    <p:sldId id="284" r:id="rId20"/>
    <p:sldId id="264" r:id="rId21"/>
    <p:sldId id="265" r:id="rId22"/>
    <p:sldId id="266" r:id="rId23"/>
    <p:sldId id="267" r:id="rId24"/>
    <p:sldId id="268" r:id="rId25"/>
    <p:sldId id="285" r:id="rId26"/>
    <p:sldId id="286" r:id="rId27"/>
    <p:sldId id="287" r:id="rId28"/>
    <p:sldId id="288" r:id="rId29"/>
    <p:sldId id="289" r:id="rId30"/>
    <p:sldId id="269" r:id="rId31"/>
    <p:sldId id="270" r:id="rId32"/>
    <p:sldId id="271" r:id="rId33"/>
    <p:sldId id="273" r:id="rId34"/>
    <p:sldId id="274" r:id="rId35"/>
    <p:sldId id="275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002来源记录</c:f>
              <c:strCache>
                <c:ptCount val="1"/>
                <c:pt idx="0">
                  <c:v>002来源记录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99.94473684</c:v>
                </c:pt>
                <c:pt idx="1">
                  <c:v>99.74504132</c:v>
                </c:pt>
                <c:pt idx="2">
                  <c:v>99.76440329</c:v>
                </c:pt>
              </c:numCache>
            </c:numRef>
          </c:val>
        </c:ser>
        <c:ser>
          <c:idx val="1"/>
          <c:order val="1"/>
          <c:tx>
            <c:strRef>
              <c:f>005来源记录</c:f>
              <c:strCache>
                <c:ptCount val="1"/>
                <c:pt idx="0">
                  <c:v>005来源记录</c:v>
                </c:pt>
              </c:strCache>
            </c:strRef>
          </c:tx>
          <c:spPr>
            <a:solidFill>
              <a:srgbClr val="AB6C35"/>
            </a:solidFill>
            <a:ln w="17145">
              <a:solidFill>
                <a:srgbClr val="AB6C35"/>
              </a:solidFill>
            </a:ln>
          </c:spPr>
          <c:invertIfNegative val="0"/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100</c:v>
                </c:pt>
                <c:pt idx="1">
                  <c:v>99.94173554</c:v>
                </c:pt>
                <c:pt idx="2">
                  <c:v>99.8718107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9384c13-97d4-41e6-af06-704b98efd73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达标字段</c:f>
              <c:strCache>
                <c:ptCount val="1"/>
                <c:pt idx="0">
                  <c:v>达标字段</c:v>
                </c:pt>
              </c:strCache>
            </c:strRef>
          </c:tx>
          <c:spPr>
            <a:solidFill>
              <a:srgbClr val="167986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训练2023—24</c:v>
                </c:pt>
                <c:pt idx="1">
                  <c:v>开发验证2025</c:v>
                </c:pt>
                <c:pt idx="2">
                  <c:v>已查看2026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75</c:v>
                </c:pt>
                <c:pt idx="1">
                  <c:v>72</c:v>
                </c:pt>
                <c:pt idx="2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7a4fb8e-bd23-4ac9-9b6b-5e75e527d1b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2023—24训练</c:f>
              <c:strCache>
                <c:ptCount val="1"/>
                <c:pt idx="0">
                  <c:v>2023—24训练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strRef>
              <c:f>'Chart Data'!$A$2:$A$21</c:f>
              <c:strCache>
                <c:ptCount val="20"/>
                <c:pt idx="0">
                  <c:v>-0.50至-0.45</c:v>
                </c:pt>
                <c:pt idx="1">
                  <c:v>-0.45至-0.40</c:v>
                </c:pt>
                <c:pt idx="2">
                  <c:v>-0.40至-0.35</c:v>
                </c:pt>
                <c:pt idx="3">
                  <c:v>-0.35至-0.30</c:v>
                </c:pt>
                <c:pt idx="4">
                  <c:v>-0.30至-0.25</c:v>
                </c:pt>
                <c:pt idx="5">
                  <c:v>-0.25至-0.20</c:v>
                </c:pt>
                <c:pt idx="6">
                  <c:v>-0.20至-0.15</c:v>
                </c:pt>
                <c:pt idx="7">
                  <c:v>-0.15至-0.10</c:v>
                </c:pt>
                <c:pt idx="8">
                  <c:v>-0.10至-0.05</c:v>
                </c:pt>
                <c:pt idx="9">
                  <c:v>-0.05至0.00</c:v>
                </c:pt>
                <c:pt idx="10">
                  <c:v>0.00至0.05</c:v>
                </c:pt>
                <c:pt idx="11">
                  <c:v>0.05至0.10</c:v>
                </c:pt>
                <c:pt idx="12">
                  <c:v>0.10至0.15</c:v>
                </c:pt>
                <c:pt idx="13">
                  <c:v>0.15至0.20</c:v>
                </c:pt>
                <c:pt idx="14">
                  <c:v>0.20至0.25</c:v>
                </c:pt>
                <c:pt idx="15">
                  <c:v>0.25至0.30</c:v>
                </c:pt>
                <c:pt idx="16">
                  <c:v>0.30至0.35</c:v>
                </c:pt>
                <c:pt idx="17">
                  <c:v>0.35至0.40</c:v>
                </c:pt>
                <c:pt idx="18">
                  <c:v>0.40至0.45</c:v>
                </c:pt>
                <c:pt idx="19">
                  <c:v>0.45至0.50</c:v>
                </c:pt>
              </c:strCache>
            </c:strRef>
          </c:cat>
          <c:val>
            <c:numRef>
              <c:f>'Chart Data'!$B$2:$B$21</c:f>
              <c:numCache>
                <c:formatCode>0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44</c:v>
                </c:pt>
                <c:pt idx="11">
                  <c:v>68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ser>
          <c:idx val="1"/>
          <c:order val="1"/>
          <c:tx>
            <c:strRef>
              <c:f>2025开发验证</c:f>
              <c:strCache>
                <c:ptCount val="1"/>
                <c:pt idx="0">
                  <c:v>2025开发验证</c:v>
                </c:pt>
              </c:strCache>
            </c:strRef>
          </c:tx>
          <c:spPr>
            <a:solidFill>
              <a:srgbClr val="AB6C35"/>
            </a:solidFill>
            <a:ln w="17145">
              <a:solidFill>
                <a:srgbClr val="AB6C35"/>
              </a:solidFill>
            </a:ln>
          </c:spPr>
          <c:invertIfNegative val="0"/>
          <c:dLbls>
            <c:delete val="1"/>
          </c:dLbls>
          <c:cat>
            <c:strRef>
              <c:f>'Chart Data'!$C$2:$C$21</c:f>
              <c:strCache>
                <c:ptCount val="20"/>
                <c:pt idx="0">
                  <c:v>-0.50至-0.45</c:v>
                </c:pt>
                <c:pt idx="1">
                  <c:v>-0.45至-0.40</c:v>
                </c:pt>
                <c:pt idx="2">
                  <c:v>-0.40至-0.35</c:v>
                </c:pt>
                <c:pt idx="3">
                  <c:v>-0.35至-0.30</c:v>
                </c:pt>
                <c:pt idx="4">
                  <c:v>-0.30至-0.25</c:v>
                </c:pt>
                <c:pt idx="5">
                  <c:v>-0.25至-0.20</c:v>
                </c:pt>
                <c:pt idx="6">
                  <c:v>-0.20至-0.15</c:v>
                </c:pt>
                <c:pt idx="7">
                  <c:v>-0.15至-0.10</c:v>
                </c:pt>
                <c:pt idx="8">
                  <c:v>-0.10至-0.05</c:v>
                </c:pt>
                <c:pt idx="9">
                  <c:v>-0.05至0.00</c:v>
                </c:pt>
                <c:pt idx="10">
                  <c:v>0.00至0.05</c:v>
                </c:pt>
                <c:pt idx="11">
                  <c:v>0.05至0.10</c:v>
                </c:pt>
                <c:pt idx="12">
                  <c:v>0.10至0.15</c:v>
                </c:pt>
                <c:pt idx="13">
                  <c:v>0.15至0.20</c:v>
                </c:pt>
                <c:pt idx="14">
                  <c:v>0.20至0.25</c:v>
                </c:pt>
                <c:pt idx="15">
                  <c:v>0.25至0.30</c:v>
                </c:pt>
                <c:pt idx="16">
                  <c:v>0.30至0.35</c:v>
                </c:pt>
                <c:pt idx="17">
                  <c:v>0.35至0.40</c:v>
                </c:pt>
                <c:pt idx="18">
                  <c:v>0.40至0.45</c:v>
                </c:pt>
                <c:pt idx="19">
                  <c:v>0.45至0.50</c:v>
                </c:pt>
              </c:strCache>
            </c:strRef>
          </c:cat>
          <c:val>
            <c:numRef>
              <c:f>'Chart Data'!$D$2:$D$21</c:f>
              <c:numCache>
                <c:formatCode>0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</c:v>
                </c:pt>
                <c:pt idx="10">
                  <c:v>33</c:v>
                </c:pt>
                <c:pt idx="11">
                  <c:v>57</c:v>
                </c:pt>
                <c:pt idx="12">
                  <c:v>12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f195e27-9f51-4254-8bdd-b37bf2c2c5c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训练</c:f>
              <c:strCache>
                <c:ptCount val="1"/>
                <c:pt idx="0">
                  <c:v>训练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Data'!$B$2:$B$12</c:f>
              <c:numCache>
                <c:formatCode>0.00</c:formatCode>
                <c:ptCount val="11"/>
                <c:pt idx="0">
                  <c:v>0.05787661</c:v>
                </c:pt>
                <c:pt idx="1">
                  <c:v>0.05739612</c:v>
                </c:pt>
                <c:pt idx="2">
                  <c:v>0.05713741</c:v>
                </c:pt>
                <c:pt idx="3">
                  <c:v>0.05454293</c:v>
                </c:pt>
                <c:pt idx="4">
                  <c:v>0.05265813</c:v>
                </c:pt>
                <c:pt idx="5">
                  <c:v>0.04354821</c:v>
                </c:pt>
                <c:pt idx="6">
                  <c:v>0.04237601</c:v>
                </c:pt>
                <c:pt idx="7">
                  <c:v>0.04144776</c:v>
                </c:pt>
                <c:pt idx="8">
                  <c:v>0.04106402</c:v>
                </c:pt>
                <c:pt idx="9">
                  <c:v>0.04065653</c:v>
                </c:pt>
                <c:pt idx="10">
                  <c:v>0.03722539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2025</c:f>
              <c:strCache>
                <c:ptCount val="1"/>
                <c:pt idx="0">
                  <c:v>2025</c:v>
                </c:pt>
              </c:strCache>
            </c:strRef>
          </c:tx>
          <c:spPr>
            <a:ln w="381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'Chart Data'!$C$2:$C$12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Data'!$D$2:$D$12</c:f>
              <c:numCache>
                <c:formatCode>0.00</c:formatCode>
                <c:ptCount val="11"/>
                <c:pt idx="0">
                  <c:v>0.08464994</c:v>
                </c:pt>
                <c:pt idx="1">
                  <c:v>0.08147791</c:v>
                </c:pt>
                <c:pt idx="2">
                  <c:v>0.08568911</c:v>
                </c:pt>
                <c:pt idx="3">
                  <c:v>0.07569363</c:v>
                </c:pt>
                <c:pt idx="4">
                  <c:v>0.05657579</c:v>
                </c:pt>
                <c:pt idx="5">
                  <c:v>0.08722341</c:v>
                </c:pt>
                <c:pt idx="6">
                  <c:v>0.06681769</c:v>
                </c:pt>
                <c:pt idx="7">
                  <c:v>0.0646687</c:v>
                </c:pt>
                <c:pt idx="8">
                  <c:v>0.06868504</c:v>
                </c:pt>
                <c:pt idx="9">
                  <c:v>0.0688493</c:v>
                </c:pt>
                <c:pt idx="10">
                  <c:v>0.0607695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2026已查看</c:f>
              <c:strCache>
                <c:ptCount val="1"/>
                <c:pt idx="0">
                  <c:v>2026已查看</c:v>
                </c:pt>
              </c:strCache>
            </c:strRef>
          </c:tx>
          <c:spPr>
            <a:ln w="38100" cap="rnd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'Chart Data'!$E$2:$E$12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Data'!$F$2:$F$12</c:f>
              <c:numCache>
                <c:formatCode>0.00</c:formatCode>
                <c:ptCount val="11"/>
                <c:pt idx="0">
                  <c:v>0.05350618</c:v>
                </c:pt>
                <c:pt idx="1">
                  <c:v>0.05164716</c:v>
                </c:pt>
                <c:pt idx="2">
                  <c:v>0.0525627</c:v>
                </c:pt>
                <c:pt idx="3">
                  <c:v>0.04941563</c:v>
                </c:pt>
                <c:pt idx="4">
                  <c:v>0.03840135</c:v>
                </c:pt>
                <c:pt idx="5">
                  <c:v>0.06111023</c:v>
                </c:pt>
                <c:pt idx="6">
                  <c:v>0.04914126</c:v>
                </c:pt>
                <c:pt idx="7">
                  <c:v>0.04827391</c:v>
                </c:pt>
                <c:pt idx="8">
                  <c:v>0.05021238</c:v>
                </c:pt>
                <c:pt idx="9">
                  <c:v>0.04817759</c:v>
                </c:pt>
                <c:pt idx="10">
                  <c:v>0.04576462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D4D4D4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 w="9525">
            <a:solidFill>
              <a:srgbClr val="D4D4D4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cc89e8-127a-4f1c-8586-3f7d986cb74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日IC 连续有效段1</c:f>
              <c:strCache>
                <c:ptCount val="1"/>
                <c:pt idx="0">
                  <c:v>日IC 连续有效段1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Data'!$A$2:$A$332</c:f>
              <c:numCache>
                <c:formatCode>General</c:formatCode>
                <c:ptCount val="3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</c:numCache>
            </c:numRef>
          </c:xVal>
          <c:yVal>
            <c:numRef>
              <c:f>'Chart Data'!$B$2:$B$332</c:f>
              <c:numCache>
                <c:formatCode>0.00</c:formatCode>
                <c:ptCount val="331"/>
                <c:pt idx="0">
                  <c:v>0.01843205</c:v>
                </c:pt>
                <c:pt idx="1">
                  <c:v>0.03094643</c:v>
                </c:pt>
                <c:pt idx="2">
                  <c:v>-0.00420065</c:v>
                </c:pt>
                <c:pt idx="3">
                  <c:v>0.00866617</c:v>
                </c:pt>
                <c:pt idx="4">
                  <c:v>0.07886123</c:v>
                </c:pt>
                <c:pt idx="5">
                  <c:v>0.00687316</c:v>
                </c:pt>
                <c:pt idx="6">
                  <c:v>0.10922472</c:v>
                </c:pt>
                <c:pt idx="7">
                  <c:v>0.01382543</c:v>
                </c:pt>
                <c:pt idx="8">
                  <c:v>0.00628821</c:v>
                </c:pt>
                <c:pt idx="9">
                  <c:v>-0.00920843</c:v>
                </c:pt>
                <c:pt idx="10">
                  <c:v>-0.01003256</c:v>
                </c:pt>
                <c:pt idx="11">
                  <c:v>0.01870792</c:v>
                </c:pt>
                <c:pt idx="12">
                  <c:v>0.0927883</c:v>
                </c:pt>
                <c:pt idx="13">
                  <c:v>0.0998068</c:v>
                </c:pt>
                <c:pt idx="14">
                  <c:v>0.08337673</c:v>
                </c:pt>
                <c:pt idx="15">
                  <c:v>0.05793538</c:v>
                </c:pt>
                <c:pt idx="16">
                  <c:v>0.12264712</c:v>
                </c:pt>
                <c:pt idx="17">
                  <c:v>0.07457033</c:v>
                </c:pt>
                <c:pt idx="18">
                  <c:v>-1.479e-5</c:v>
                </c:pt>
                <c:pt idx="19">
                  <c:v>-0.00482541</c:v>
                </c:pt>
                <c:pt idx="20">
                  <c:v>-0.0380825</c:v>
                </c:pt>
                <c:pt idx="21">
                  <c:v>0.10592467</c:v>
                </c:pt>
                <c:pt idx="22">
                  <c:v>0.15457586</c:v>
                </c:pt>
                <c:pt idx="23">
                  <c:v>0.22717912</c:v>
                </c:pt>
                <c:pt idx="24">
                  <c:v>0.20967957</c:v>
                </c:pt>
                <c:pt idx="25">
                  <c:v>0.04658909</c:v>
                </c:pt>
                <c:pt idx="26">
                  <c:v>-0.04350108</c:v>
                </c:pt>
                <c:pt idx="27">
                  <c:v>-0.02827761</c:v>
                </c:pt>
                <c:pt idx="28">
                  <c:v>-0.05166231</c:v>
                </c:pt>
                <c:pt idx="29">
                  <c:v>-0.03489086</c:v>
                </c:pt>
                <c:pt idx="30">
                  <c:v>-0.02243475</c:v>
                </c:pt>
                <c:pt idx="31">
                  <c:v>0.01365017</c:v>
                </c:pt>
                <c:pt idx="32">
                  <c:v>-0.08306847</c:v>
                </c:pt>
                <c:pt idx="33">
                  <c:v>-0.07543944</c:v>
                </c:pt>
                <c:pt idx="34">
                  <c:v>-0.04638573</c:v>
                </c:pt>
                <c:pt idx="35">
                  <c:v>0.0042545</c:v>
                </c:pt>
                <c:pt idx="36">
                  <c:v>0.04019725</c:v>
                </c:pt>
                <c:pt idx="37">
                  <c:v>0.03529136</c:v>
                </c:pt>
                <c:pt idx="38">
                  <c:v>0.11758727</c:v>
                </c:pt>
                <c:pt idx="39">
                  <c:v>0.08301228</c:v>
                </c:pt>
                <c:pt idx="40">
                  <c:v>0.13003976</c:v>
                </c:pt>
                <c:pt idx="41">
                  <c:v>0.09010196</c:v>
                </c:pt>
                <c:pt idx="42">
                  <c:v>0.10727438</c:v>
                </c:pt>
                <c:pt idx="43">
                  <c:v>0.03397242</c:v>
                </c:pt>
                <c:pt idx="44">
                  <c:v>-0.02841608</c:v>
                </c:pt>
                <c:pt idx="45">
                  <c:v>0.02053516</c:v>
                </c:pt>
                <c:pt idx="46">
                  <c:v>0.02833977</c:v>
                </c:pt>
                <c:pt idx="47">
                  <c:v>0.1050891</c:v>
                </c:pt>
                <c:pt idx="48">
                  <c:v>0.14230006</c:v>
                </c:pt>
                <c:pt idx="49">
                  <c:v>0.08215347</c:v>
                </c:pt>
                <c:pt idx="50">
                  <c:v>-0.02111039</c:v>
                </c:pt>
                <c:pt idx="51">
                  <c:v>-0.21009195</c:v>
                </c:pt>
                <c:pt idx="52">
                  <c:v>-0.23069833</c:v>
                </c:pt>
                <c:pt idx="53">
                  <c:v>-0.19844572</c:v>
                </c:pt>
                <c:pt idx="54">
                  <c:v>-0.05946161</c:v>
                </c:pt>
                <c:pt idx="55">
                  <c:v>0.03624195</c:v>
                </c:pt>
                <c:pt idx="56">
                  <c:v>0.06643315</c:v>
                </c:pt>
                <c:pt idx="57">
                  <c:v>0.05271233</c:v>
                </c:pt>
                <c:pt idx="58">
                  <c:v>-0.01426738</c:v>
                </c:pt>
                <c:pt idx="59">
                  <c:v>0.01527678</c:v>
                </c:pt>
                <c:pt idx="60">
                  <c:v>-0.00552482</c:v>
                </c:pt>
                <c:pt idx="61">
                  <c:v>0.05649123</c:v>
                </c:pt>
                <c:pt idx="62">
                  <c:v>0.07044486</c:v>
                </c:pt>
                <c:pt idx="63">
                  <c:v>0.07061285</c:v>
                </c:pt>
                <c:pt idx="64">
                  <c:v>0.14552905</c:v>
                </c:pt>
                <c:pt idx="65">
                  <c:v>0.20802865</c:v>
                </c:pt>
                <c:pt idx="66">
                  <c:v>0.19688726</c:v>
                </c:pt>
                <c:pt idx="67">
                  <c:v>0.15917269</c:v>
                </c:pt>
                <c:pt idx="68">
                  <c:v>0.1555211</c:v>
                </c:pt>
                <c:pt idx="69">
                  <c:v>-0.01026159</c:v>
                </c:pt>
                <c:pt idx="70">
                  <c:v>-0.02330579</c:v>
                </c:pt>
                <c:pt idx="71">
                  <c:v>0.00568706</c:v>
                </c:pt>
                <c:pt idx="72">
                  <c:v>0.02876745</c:v>
                </c:pt>
                <c:pt idx="73">
                  <c:v>0.08467554</c:v>
                </c:pt>
                <c:pt idx="74">
                  <c:v>0.02496477</c:v>
                </c:pt>
                <c:pt idx="75">
                  <c:v>-0.00289316</c:v>
                </c:pt>
                <c:pt idx="76">
                  <c:v>-0.06771414</c:v>
                </c:pt>
                <c:pt idx="77">
                  <c:v>-0.03325125</c:v>
                </c:pt>
                <c:pt idx="78">
                  <c:v>0.02492236</c:v>
                </c:pt>
                <c:pt idx="79">
                  <c:v>0.09782107</c:v>
                </c:pt>
                <c:pt idx="80">
                  <c:v>0.1435347</c:v>
                </c:pt>
                <c:pt idx="81">
                  <c:v>0.1341862</c:v>
                </c:pt>
                <c:pt idx="82">
                  <c:v>0.14240284</c:v>
                </c:pt>
                <c:pt idx="83">
                  <c:v>0.08253174</c:v>
                </c:pt>
                <c:pt idx="84">
                  <c:v>0.06365252</c:v>
                </c:pt>
                <c:pt idx="85">
                  <c:v>0.03497032</c:v>
                </c:pt>
                <c:pt idx="86">
                  <c:v>0.04202993</c:v>
                </c:pt>
                <c:pt idx="87">
                  <c:v>0.02750962</c:v>
                </c:pt>
                <c:pt idx="88">
                  <c:v>0.09659162</c:v>
                </c:pt>
                <c:pt idx="89">
                  <c:v>0.01482442</c:v>
                </c:pt>
                <c:pt idx="90">
                  <c:v>-0.02822036</c:v>
                </c:pt>
                <c:pt idx="91">
                  <c:v>0.03049698</c:v>
                </c:pt>
                <c:pt idx="92">
                  <c:v>0.0394542</c:v>
                </c:pt>
                <c:pt idx="93">
                  <c:v>0.12185586</c:v>
                </c:pt>
                <c:pt idx="94">
                  <c:v>0.04947115</c:v>
                </c:pt>
                <c:pt idx="95">
                  <c:v>0.08395733</c:v>
                </c:pt>
                <c:pt idx="96">
                  <c:v>0.16551797</c:v>
                </c:pt>
                <c:pt idx="97">
                  <c:v>0.16835238</c:v>
                </c:pt>
                <c:pt idx="98">
                  <c:v>0.22131619</c:v>
                </c:pt>
                <c:pt idx="99">
                  <c:v>0.16014526</c:v>
                </c:pt>
                <c:pt idx="100">
                  <c:v>0.12699495</c:v>
                </c:pt>
                <c:pt idx="101">
                  <c:v>0.00791106</c:v>
                </c:pt>
                <c:pt idx="102">
                  <c:v>-0.02192727</c:v>
                </c:pt>
                <c:pt idx="103">
                  <c:v>-0.08762398</c:v>
                </c:pt>
                <c:pt idx="104">
                  <c:v>-0.02440779</c:v>
                </c:pt>
                <c:pt idx="105">
                  <c:v>-0.01231174</c:v>
                </c:pt>
                <c:pt idx="106">
                  <c:v>0.00181512</c:v>
                </c:pt>
                <c:pt idx="107">
                  <c:v>0.14360169</c:v>
                </c:pt>
                <c:pt idx="108">
                  <c:v>0.16917693</c:v>
                </c:pt>
                <c:pt idx="109">
                  <c:v>0.19407927</c:v>
                </c:pt>
                <c:pt idx="110">
                  <c:v>0.1986167</c:v>
                </c:pt>
                <c:pt idx="111">
                  <c:v>0.14906264</c:v>
                </c:pt>
                <c:pt idx="112">
                  <c:v>0.04066814</c:v>
                </c:pt>
                <c:pt idx="113">
                  <c:v>-0.05990582</c:v>
                </c:pt>
                <c:pt idx="114">
                  <c:v>-0.08423952</c:v>
                </c:pt>
                <c:pt idx="115">
                  <c:v>-0.10284306</c:v>
                </c:pt>
                <c:pt idx="116">
                  <c:v>-0.07159074</c:v>
                </c:pt>
                <c:pt idx="117">
                  <c:v>-0.05866854</c:v>
                </c:pt>
                <c:pt idx="118">
                  <c:v>-0.05371483</c:v>
                </c:pt>
                <c:pt idx="119">
                  <c:v>0.29704786</c:v>
                </c:pt>
                <c:pt idx="120">
                  <c:v>0.38687358</c:v>
                </c:pt>
                <c:pt idx="121">
                  <c:v>0.3474638</c:v>
                </c:pt>
                <c:pt idx="122">
                  <c:v>0.38931215</c:v>
                </c:pt>
                <c:pt idx="123">
                  <c:v>0.33903983</c:v>
                </c:pt>
                <c:pt idx="124">
                  <c:v>0.27647234</c:v>
                </c:pt>
                <c:pt idx="125">
                  <c:v>0.16299673</c:v>
                </c:pt>
                <c:pt idx="126">
                  <c:v>0.16007011</c:v>
                </c:pt>
                <c:pt idx="127">
                  <c:v>0.18885883</c:v>
                </c:pt>
                <c:pt idx="128">
                  <c:v>0.1851888</c:v>
                </c:pt>
                <c:pt idx="129">
                  <c:v>0.02311845</c:v>
                </c:pt>
                <c:pt idx="130">
                  <c:v>0.15671011</c:v>
                </c:pt>
                <c:pt idx="131">
                  <c:v>0.0917053</c:v>
                </c:pt>
                <c:pt idx="132">
                  <c:v>0.03575734</c:v>
                </c:pt>
                <c:pt idx="133">
                  <c:v>0.03955302</c:v>
                </c:pt>
                <c:pt idx="134">
                  <c:v>0.13576599</c:v>
                </c:pt>
                <c:pt idx="135">
                  <c:v>0.15798441</c:v>
                </c:pt>
                <c:pt idx="136">
                  <c:v>0.13313232</c:v>
                </c:pt>
                <c:pt idx="137">
                  <c:v>0.08950981</c:v>
                </c:pt>
                <c:pt idx="138">
                  <c:v>0.09174121</c:v>
                </c:pt>
                <c:pt idx="139">
                  <c:v>0.06371454</c:v>
                </c:pt>
                <c:pt idx="140">
                  <c:v>0.10650147</c:v>
                </c:pt>
                <c:pt idx="141">
                  <c:v>0.06584989</c:v>
                </c:pt>
                <c:pt idx="142">
                  <c:v>0.07572179</c:v>
                </c:pt>
                <c:pt idx="143">
                  <c:v>0.12159419</c:v>
                </c:pt>
                <c:pt idx="144">
                  <c:v>0.08649398</c:v>
                </c:pt>
                <c:pt idx="145">
                  <c:v>0.06557417</c:v>
                </c:pt>
                <c:pt idx="146">
                  <c:v>0.04040277</c:v>
                </c:pt>
                <c:pt idx="147">
                  <c:v>0.10884337</c:v>
                </c:pt>
                <c:pt idx="148">
                  <c:v>0.13072518</c:v>
                </c:pt>
                <c:pt idx="149">
                  <c:v>0.18998972</c:v>
                </c:pt>
                <c:pt idx="150">
                  <c:v>0.11555704</c:v>
                </c:pt>
                <c:pt idx="151">
                  <c:v>0.07934185</c:v>
                </c:pt>
                <c:pt idx="152">
                  <c:v>0.07817631</c:v>
                </c:pt>
                <c:pt idx="153">
                  <c:v>0.03019588</c:v>
                </c:pt>
                <c:pt idx="154">
                  <c:v>0.02375717</c:v>
                </c:pt>
                <c:pt idx="155">
                  <c:v>0.03760222</c:v>
                </c:pt>
                <c:pt idx="156">
                  <c:v>0.08119673</c:v>
                </c:pt>
                <c:pt idx="157">
                  <c:v>0.10381598</c:v>
                </c:pt>
                <c:pt idx="158">
                  <c:v>0.08419025</c:v>
                </c:pt>
                <c:pt idx="159">
                  <c:v>0.05447136</c:v>
                </c:pt>
                <c:pt idx="160">
                  <c:v>-0.00150383</c:v>
                </c:pt>
                <c:pt idx="161">
                  <c:v>-0.06522472</c:v>
                </c:pt>
                <c:pt idx="162">
                  <c:v>0.25053409</c:v>
                </c:pt>
                <c:pt idx="163">
                  <c:v>0.1175063</c:v>
                </c:pt>
                <c:pt idx="164">
                  <c:v>0.17897547</c:v>
                </c:pt>
                <c:pt idx="165">
                  <c:v>0.22996791</c:v>
                </c:pt>
                <c:pt idx="166">
                  <c:v>0.34638737</c:v>
                </c:pt>
                <c:pt idx="167">
                  <c:v>0.2600183</c:v>
                </c:pt>
                <c:pt idx="168">
                  <c:v>0.09195594</c:v>
                </c:pt>
                <c:pt idx="169">
                  <c:v>0.06812841</c:v>
                </c:pt>
                <c:pt idx="170">
                  <c:v>-0.08158553</c:v>
                </c:pt>
                <c:pt idx="171">
                  <c:v>-0.0785488</c:v>
                </c:pt>
                <c:pt idx="172">
                  <c:v>-0.17353091</c:v>
                </c:pt>
                <c:pt idx="173">
                  <c:v>-0.12960273</c:v>
                </c:pt>
                <c:pt idx="174">
                  <c:v>-0.10239148</c:v>
                </c:pt>
                <c:pt idx="175">
                  <c:v>-0.06787611</c:v>
                </c:pt>
                <c:pt idx="176">
                  <c:v>0.03637599</c:v>
                </c:pt>
                <c:pt idx="177">
                  <c:v>0.10706115</c:v>
                </c:pt>
                <c:pt idx="178">
                  <c:v>0.07663132</c:v>
                </c:pt>
                <c:pt idx="179">
                  <c:v>0.04677311</c:v>
                </c:pt>
                <c:pt idx="180">
                  <c:v>0.0666689</c:v>
                </c:pt>
                <c:pt idx="181">
                  <c:v>-0.00608321</c:v>
                </c:pt>
                <c:pt idx="182">
                  <c:v>-0.06896501</c:v>
                </c:pt>
                <c:pt idx="183">
                  <c:v>-0.02216739</c:v>
                </c:pt>
                <c:pt idx="184">
                  <c:v>-0.00749277</c:v>
                </c:pt>
                <c:pt idx="185">
                  <c:v>-0.07078483</c:v>
                </c:pt>
                <c:pt idx="186">
                  <c:v>0.03191175</c:v>
                </c:pt>
                <c:pt idx="187">
                  <c:v>0.03912802</c:v>
                </c:pt>
                <c:pt idx="188">
                  <c:v>0.02415221</c:v>
                </c:pt>
                <c:pt idx="189">
                  <c:v>-0.00622732</c:v>
                </c:pt>
                <c:pt idx="190">
                  <c:v>0.01037651</c:v>
                </c:pt>
                <c:pt idx="191">
                  <c:v>-0.03954602</c:v>
                </c:pt>
                <c:pt idx="192">
                  <c:v>0.00397806</c:v>
                </c:pt>
                <c:pt idx="193">
                  <c:v>0.04586781</c:v>
                </c:pt>
                <c:pt idx="194">
                  <c:v>0.00387931</c:v>
                </c:pt>
                <c:pt idx="195">
                  <c:v>-0.00615287</c:v>
                </c:pt>
                <c:pt idx="196">
                  <c:v>0.01396273</c:v>
                </c:pt>
                <c:pt idx="197">
                  <c:v>-0.14730224</c:v>
                </c:pt>
                <c:pt idx="198">
                  <c:v>-0.03399755</c:v>
                </c:pt>
                <c:pt idx="199">
                  <c:v>0.00889704</c:v>
                </c:pt>
                <c:pt idx="200">
                  <c:v>0.03079799</c:v>
                </c:pt>
                <c:pt idx="201">
                  <c:v>-0.00380101</c:v>
                </c:pt>
                <c:pt idx="202">
                  <c:v>0.04323858</c:v>
                </c:pt>
                <c:pt idx="203">
                  <c:v>-0.01909056</c:v>
                </c:pt>
                <c:pt idx="204">
                  <c:v>0.00812597</c:v>
                </c:pt>
                <c:pt idx="205">
                  <c:v>0.07479924</c:v>
                </c:pt>
                <c:pt idx="206">
                  <c:v>0.12360242</c:v>
                </c:pt>
                <c:pt idx="207">
                  <c:v>0.12448519</c:v>
                </c:pt>
                <c:pt idx="208">
                  <c:v>0.14844785</c:v>
                </c:pt>
                <c:pt idx="209">
                  <c:v>0.04608482</c:v>
                </c:pt>
                <c:pt idx="210">
                  <c:v>0.02507602</c:v>
                </c:pt>
                <c:pt idx="211">
                  <c:v>-0.03404071</c:v>
                </c:pt>
                <c:pt idx="212">
                  <c:v>0.02716912</c:v>
                </c:pt>
                <c:pt idx="213">
                  <c:v>0.04393528</c:v>
                </c:pt>
                <c:pt idx="214">
                  <c:v>-0.06534635</c:v>
                </c:pt>
                <c:pt idx="215">
                  <c:v>-0.09818382</c:v>
                </c:pt>
                <c:pt idx="216">
                  <c:v>0.02598353</c:v>
                </c:pt>
                <c:pt idx="217">
                  <c:v>0.02478046</c:v>
                </c:pt>
                <c:pt idx="218">
                  <c:v>0.03876741</c:v>
                </c:pt>
                <c:pt idx="219">
                  <c:v>0.1551281</c:v>
                </c:pt>
                <c:pt idx="220">
                  <c:v>0.0855109</c:v>
                </c:pt>
                <c:pt idx="221">
                  <c:v>0.00355358</c:v>
                </c:pt>
                <c:pt idx="222">
                  <c:v>-0.04038254</c:v>
                </c:pt>
                <c:pt idx="223">
                  <c:v>-0.00634753</c:v>
                </c:pt>
                <c:pt idx="224">
                  <c:v>-0.04309337</c:v>
                </c:pt>
                <c:pt idx="225">
                  <c:v>-0.00548244</c:v>
                </c:pt>
                <c:pt idx="226">
                  <c:v>0.04628008</c:v>
                </c:pt>
                <c:pt idx="227">
                  <c:v>0.02466979</c:v>
                </c:pt>
                <c:pt idx="228">
                  <c:v>0.09770728</c:v>
                </c:pt>
                <c:pt idx="229">
                  <c:v>0.07896658</c:v>
                </c:pt>
                <c:pt idx="230">
                  <c:v>0.08559518</c:v>
                </c:pt>
                <c:pt idx="231">
                  <c:v>0.06270831</c:v>
                </c:pt>
                <c:pt idx="232">
                  <c:v>0.10217563</c:v>
                </c:pt>
                <c:pt idx="233">
                  <c:v>0.07432517</c:v>
                </c:pt>
                <c:pt idx="234">
                  <c:v>0.16104391</c:v>
                </c:pt>
                <c:pt idx="235">
                  <c:v>0.08623423</c:v>
                </c:pt>
                <c:pt idx="236">
                  <c:v>0.14930282</c:v>
                </c:pt>
                <c:pt idx="237">
                  <c:v>0.16302707</c:v>
                </c:pt>
                <c:pt idx="238">
                  <c:v>0.17236984</c:v>
                </c:pt>
                <c:pt idx="239">
                  <c:v>0.15451927</c:v>
                </c:pt>
                <c:pt idx="240">
                  <c:v>0.16540692</c:v>
                </c:pt>
                <c:pt idx="241">
                  <c:v>0.1805724</c:v>
                </c:pt>
                <c:pt idx="242">
                  <c:v>0.1777312</c:v>
                </c:pt>
                <c:pt idx="243">
                  <c:v>0.12578454</c:v>
                </c:pt>
                <c:pt idx="244">
                  <c:v>0.15877822</c:v>
                </c:pt>
                <c:pt idx="245">
                  <c:v>0.13891466</c:v>
                </c:pt>
                <c:pt idx="246">
                  <c:v>0.08229512</c:v>
                </c:pt>
                <c:pt idx="247">
                  <c:v>0.0967211</c:v>
                </c:pt>
                <c:pt idx="248">
                  <c:v>0.09305374</c:v>
                </c:pt>
                <c:pt idx="249">
                  <c:v>0.15970462</c:v>
                </c:pt>
                <c:pt idx="250">
                  <c:v>0.04389293</c:v>
                </c:pt>
                <c:pt idx="251">
                  <c:v>0.02031889</c:v>
                </c:pt>
                <c:pt idx="252">
                  <c:v>0.0127904</c:v>
                </c:pt>
                <c:pt idx="253">
                  <c:v>-0.05523904</c:v>
                </c:pt>
                <c:pt idx="254">
                  <c:v>-0.05622139</c:v>
                </c:pt>
                <c:pt idx="255">
                  <c:v>-0.0239454</c:v>
                </c:pt>
                <c:pt idx="256">
                  <c:v>0.06364567</c:v>
                </c:pt>
                <c:pt idx="257">
                  <c:v>0.0063541</c:v>
                </c:pt>
                <c:pt idx="258">
                  <c:v>0.00304424</c:v>
                </c:pt>
                <c:pt idx="259">
                  <c:v>0.03602937</c:v>
                </c:pt>
                <c:pt idx="260">
                  <c:v>0.092828</c:v>
                </c:pt>
                <c:pt idx="261">
                  <c:v>0.10587302</c:v>
                </c:pt>
                <c:pt idx="262">
                  <c:v>0.14045133</c:v>
                </c:pt>
                <c:pt idx="263">
                  <c:v>0.02019928</c:v>
                </c:pt>
                <c:pt idx="264">
                  <c:v>-0.01488694</c:v>
                </c:pt>
                <c:pt idx="265">
                  <c:v>0.02111733</c:v>
                </c:pt>
                <c:pt idx="266">
                  <c:v>0.12624936</c:v>
                </c:pt>
                <c:pt idx="267">
                  <c:v>0.05194372</c:v>
                </c:pt>
                <c:pt idx="268">
                  <c:v>0.01644039</c:v>
                </c:pt>
                <c:pt idx="269">
                  <c:v>-0.07076505</c:v>
                </c:pt>
                <c:pt idx="270">
                  <c:v>-0.16657756</c:v>
                </c:pt>
                <c:pt idx="271">
                  <c:v>-0.2563975</c:v>
                </c:pt>
                <c:pt idx="272">
                  <c:v>-0.17969501</c:v>
                </c:pt>
                <c:pt idx="273">
                  <c:v>-0.14218724</c:v>
                </c:pt>
                <c:pt idx="274">
                  <c:v>-0.07377978</c:v>
                </c:pt>
                <c:pt idx="275">
                  <c:v>0.30072697</c:v>
                </c:pt>
                <c:pt idx="276">
                  <c:v>0.2735509</c:v>
                </c:pt>
                <c:pt idx="277">
                  <c:v>0.22751068</c:v>
                </c:pt>
                <c:pt idx="278">
                  <c:v>-0.01285101</c:v>
                </c:pt>
                <c:pt idx="279">
                  <c:v>-0.37845015</c:v>
                </c:pt>
                <c:pt idx="280">
                  <c:v>-0.39645864</c:v>
                </c:pt>
                <c:pt idx="281">
                  <c:v>-0.27299189</c:v>
                </c:pt>
                <c:pt idx="282">
                  <c:v>-0.15955577</c:v>
                </c:pt>
                <c:pt idx="283">
                  <c:v>-0.05139409</c:v>
                </c:pt>
                <c:pt idx="284">
                  <c:v>-0.01998823</c:v>
                </c:pt>
                <c:pt idx="285">
                  <c:v>-0.01437994</c:v>
                </c:pt>
                <c:pt idx="286">
                  <c:v>0.11060186</c:v>
                </c:pt>
                <c:pt idx="287">
                  <c:v>0.0841688</c:v>
                </c:pt>
                <c:pt idx="288">
                  <c:v>-0.0241851</c:v>
                </c:pt>
                <c:pt idx="289">
                  <c:v>-0.00556813</c:v>
                </c:pt>
                <c:pt idx="290">
                  <c:v>0.11760154</c:v>
                </c:pt>
                <c:pt idx="291">
                  <c:v>0.09936516</c:v>
                </c:pt>
                <c:pt idx="292">
                  <c:v>0.1953806</c:v>
                </c:pt>
                <c:pt idx="293">
                  <c:v>0.21057087</c:v>
                </c:pt>
                <c:pt idx="294">
                  <c:v>-0.01182249</c:v>
                </c:pt>
                <c:pt idx="295">
                  <c:v>-0.0126503</c:v>
                </c:pt>
                <c:pt idx="296">
                  <c:v>0.13166696</c:v>
                </c:pt>
                <c:pt idx="297">
                  <c:v>0.13067876</c:v>
                </c:pt>
                <c:pt idx="298">
                  <c:v>0.1237723</c:v>
                </c:pt>
                <c:pt idx="299">
                  <c:v>0.22879036</c:v>
                </c:pt>
                <c:pt idx="300">
                  <c:v>0.29555464</c:v>
                </c:pt>
                <c:pt idx="301">
                  <c:v>0.26422647</c:v>
                </c:pt>
                <c:pt idx="302">
                  <c:v>0.19244232</c:v>
                </c:pt>
                <c:pt idx="303">
                  <c:v>0.15668395</c:v>
                </c:pt>
                <c:pt idx="304">
                  <c:v>0.13891512</c:v>
                </c:pt>
                <c:pt idx="305">
                  <c:v>0.06073576</c:v>
                </c:pt>
                <c:pt idx="306">
                  <c:v>0.0849957</c:v>
                </c:pt>
                <c:pt idx="307">
                  <c:v>0.10621881</c:v>
                </c:pt>
                <c:pt idx="308">
                  <c:v>0.05035847</c:v>
                </c:pt>
                <c:pt idx="309">
                  <c:v>0.11707829</c:v>
                </c:pt>
                <c:pt idx="310">
                  <c:v>0.17719238</c:v>
                </c:pt>
                <c:pt idx="311">
                  <c:v>0.09050403</c:v>
                </c:pt>
                <c:pt idx="312">
                  <c:v>0.08875786</c:v>
                </c:pt>
                <c:pt idx="313">
                  <c:v>0.08952372</c:v>
                </c:pt>
                <c:pt idx="314">
                  <c:v>0.0465073</c:v>
                </c:pt>
                <c:pt idx="315">
                  <c:v>0.11682117</c:v>
                </c:pt>
                <c:pt idx="316">
                  <c:v>0.07869535</c:v>
                </c:pt>
                <c:pt idx="317">
                  <c:v>0.10670693</c:v>
                </c:pt>
                <c:pt idx="318">
                  <c:v>0.09053609</c:v>
                </c:pt>
                <c:pt idx="319">
                  <c:v>-0.00144699</c:v>
                </c:pt>
                <c:pt idx="320">
                  <c:v>0.08621651</c:v>
                </c:pt>
                <c:pt idx="321">
                  <c:v>0.16055967</c:v>
                </c:pt>
                <c:pt idx="322">
                  <c:v>0.14805155</c:v>
                </c:pt>
                <c:pt idx="323">
                  <c:v>0.12808947</c:v>
                </c:pt>
                <c:pt idx="324">
                  <c:v>0.1576464</c:v>
                </c:pt>
                <c:pt idx="325">
                  <c:v>0.11765769</c:v>
                </c:pt>
                <c:pt idx="326">
                  <c:v>0.07363667</c:v>
                </c:pt>
                <c:pt idx="327">
                  <c:v>0.12449814</c:v>
                </c:pt>
                <c:pt idx="328">
                  <c:v>0.07853938</c:v>
                </c:pt>
                <c:pt idx="329">
                  <c:v>0.10527557</c:v>
                </c:pt>
                <c:pt idx="330">
                  <c:v>0.10393462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日IC 连续有效段2</c:f>
              <c:strCache>
                <c:ptCount val="1"/>
                <c:pt idx="0">
                  <c:v>日IC 连续有效段2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Data'!$C$2:$C$238</c:f>
              <c:numCache>
                <c:formatCode>General</c:formatCode>
                <c:ptCount val="237"/>
                <c:pt idx="0">
                  <c:v>337</c:v>
                </c:pt>
                <c:pt idx="1">
                  <c:v>338</c:v>
                </c:pt>
                <c:pt idx="2">
                  <c:v>339</c:v>
                </c:pt>
                <c:pt idx="3">
                  <c:v>340</c:v>
                </c:pt>
                <c:pt idx="4">
                  <c:v>341</c:v>
                </c:pt>
                <c:pt idx="5">
                  <c:v>342</c:v>
                </c:pt>
                <c:pt idx="6">
                  <c:v>343</c:v>
                </c:pt>
                <c:pt idx="7">
                  <c:v>344</c:v>
                </c:pt>
                <c:pt idx="8">
                  <c:v>345</c:v>
                </c:pt>
                <c:pt idx="9">
                  <c:v>346</c:v>
                </c:pt>
                <c:pt idx="10">
                  <c:v>347</c:v>
                </c:pt>
                <c:pt idx="11">
                  <c:v>348</c:v>
                </c:pt>
                <c:pt idx="12">
                  <c:v>349</c:v>
                </c:pt>
                <c:pt idx="13">
                  <c:v>350</c:v>
                </c:pt>
                <c:pt idx="14">
                  <c:v>351</c:v>
                </c:pt>
                <c:pt idx="15">
                  <c:v>352</c:v>
                </c:pt>
                <c:pt idx="16">
                  <c:v>353</c:v>
                </c:pt>
                <c:pt idx="17">
                  <c:v>354</c:v>
                </c:pt>
                <c:pt idx="18">
                  <c:v>355</c:v>
                </c:pt>
                <c:pt idx="19">
                  <c:v>356</c:v>
                </c:pt>
                <c:pt idx="20">
                  <c:v>357</c:v>
                </c:pt>
                <c:pt idx="21">
                  <c:v>358</c:v>
                </c:pt>
                <c:pt idx="22">
                  <c:v>359</c:v>
                </c:pt>
                <c:pt idx="23">
                  <c:v>360</c:v>
                </c:pt>
                <c:pt idx="24">
                  <c:v>361</c:v>
                </c:pt>
                <c:pt idx="25">
                  <c:v>362</c:v>
                </c:pt>
                <c:pt idx="26">
                  <c:v>363</c:v>
                </c:pt>
                <c:pt idx="27">
                  <c:v>364</c:v>
                </c:pt>
                <c:pt idx="28">
                  <c:v>365</c:v>
                </c:pt>
                <c:pt idx="29">
                  <c:v>366</c:v>
                </c:pt>
                <c:pt idx="30">
                  <c:v>367</c:v>
                </c:pt>
                <c:pt idx="31">
                  <c:v>368</c:v>
                </c:pt>
                <c:pt idx="32">
                  <c:v>369</c:v>
                </c:pt>
                <c:pt idx="33">
                  <c:v>370</c:v>
                </c:pt>
                <c:pt idx="34">
                  <c:v>371</c:v>
                </c:pt>
                <c:pt idx="35">
                  <c:v>372</c:v>
                </c:pt>
                <c:pt idx="36">
                  <c:v>373</c:v>
                </c:pt>
                <c:pt idx="37">
                  <c:v>374</c:v>
                </c:pt>
                <c:pt idx="38">
                  <c:v>375</c:v>
                </c:pt>
                <c:pt idx="39">
                  <c:v>376</c:v>
                </c:pt>
                <c:pt idx="40">
                  <c:v>377</c:v>
                </c:pt>
                <c:pt idx="41">
                  <c:v>378</c:v>
                </c:pt>
                <c:pt idx="42">
                  <c:v>379</c:v>
                </c:pt>
                <c:pt idx="43">
                  <c:v>380</c:v>
                </c:pt>
                <c:pt idx="44">
                  <c:v>381</c:v>
                </c:pt>
                <c:pt idx="45">
                  <c:v>382</c:v>
                </c:pt>
                <c:pt idx="46">
                  <c:v>383</c:v>
                </c:pt>
                <c:pt idx="47">
                  <c:v>384</c:v>
                </c:pt>
                <c:pt idx="48">
                  <c:v>385</c:v>
                </c:pt>
                <c:pt idx="49">
                  <c:v>386</c:v>
                </c:pt>
                <c:pt idx="50">
                  <c:v>387</c:v>
                </c:pt>
                <c:pt idx="51">
                  <c:v>388</c:v>
                </c:pt>
                <c:pt idx="52">
                  <c:v>389</c:v>
                </c:pt>
                <c:pt idx="53">
                  <c:v>390</c:v>
                </c:pt>
                <c:pt idx="54">
                  <c:v>391</c:v>
                </c:pt>
                <c:pt idx="55">
                  <c:v>392</c:v>
                </c:pt>
                <c:pt idx="56">
                  <c:v>393</c:v>
                </c:pt>
                <c:pt idx="57">
                  <c:v>394</c:v>
                </c:pt>
                <c:pt idx="58">
                  <c:v>395</c:v>
                </c:pt>
                <c:pt idx="59">
                  <c:v>396</c:v>
                </c:pt>
                <c:pt idx="60">
                  <c:v>397</c:v>
                </c:pt>
                <c:pt idx="61">
                  <c:v>398</c:v>
                </c:pt>
                <c:pt idx="62">
                  <c:v>399</c:v>
                </c:pt>
                <c:pt idx="63">
                  <c:v>400</c:v>
                </c:pt>
                <c:pt idx="64">
                  <c:v>401</c:v>
                </c:pt>
                <c:pt idx="65">
                  <c:v>402</c:v>
                </c:pt>
                <c:pt idx="66">
                  <c:v>403</c:v>
                </c:pt>
                <c:pt idx="67">
                  <c:v>404</c:v>
                </c:pt>
                <c:pt idx="68">
                  <c:v>405</c:v>
                </c:pt>
                <c:pt idx="69">
                  <c:v>406</c:v>
                </c:pt>
                <c:pt idx="70">
                  <c:v>407</c:v>
                </c:pt>
                <c:pt idx="71">
                  <c:v>408</c:v>
                </c:pt>
                <c:pt idx="72">
                  <c:v>409</c:v>
                </c:pt>
                <c:pt idx="73">
                  <c:v>410</c:v>
                </c:pt>
                <c:pt idx="74">
                  <c:v>411</c:v>
                </c:pt>
                <c:pt idx="75">
                  <c:v>412</c:v>
                </c:pt>
                <c:pt idx="76">
                  <c:v>413</c:v>
                </c:pt>
                <c:pt idx="77">
                  <c:v>414</c:v>
                </c:pt>
                <c:pt idx="78">
                  <c:v>415</c:v>
                </c:pt>
                <c:pt idx="79">
                  <c:v>416</c:v>
                </c:pt>
                <c:pt idx="80">
                  <c:v>417</c:v>
                </c:pt>
                <c:pt idx="81">
                  <c:v>418</c:v>
                </c:pt>
                <c:pt idx="82">
                  <c:v>419</c:v>
                </c:pt>
                <c:pt idx="83">
                  <c:v>420</c:v>
                </c:pt>
                <c:pt idx="84">
                  <c:v>421</c:v>
                </c:pt>
                <c:pt idx="85">
                  <c:v>422</c:v>
                </c:pt>
                <c:pt idx="86">
                  <c:v>423</c:v>
                </c:pt>
                <c:pt idx="87">
                  <c:v>424</c:v>
                </c:pt>
                <c:pt idx="88">
                  <c:v>425</c:v>
                </c:pt>
                <c:pt idx="89">
                  <c:v>426</c:v>
                </c:pt>
                <c:pt idx="90">
                  <c:v>427</c:v>
                </c:pt>
                <c:pt idx="91">
                  <c:v>428</c:v>
                </c:pt>
                <c:pt idx="92">
                  <c:v>429</c:v>
                </c:pt>
                <c:pt idx="93">
                  <c:v>430</c:v>
                </c:pt>
                <c:pt idx="94">
                  <c:v>431</c:v>
                </c:pt>
                <c:pt idx="95">
                  <c:v>432</c:v>
                </c:pt>
                <c:pt idx="96">
                  <c:v>433</c:v>
                </c:pt>
                <c:pt idx="97">
                  <c:v>434</c:v>
                </c:pt>
                <c:pt idx="98">
                  <c:v>435</c:v>
                </c:pt>
                <c:pt idx="99">
                  <c:v>436</c:v>
                </c:pt>
                <c:pt idx="100">
                  <c:v>437</c:v>
                </c:pt>
                <c:pt idx="101">
                  <c:v>438</c:v>
                </c:pt>
                <c:pt idx="102">
                  <c:v>439</c:v>
                </c:pt>
                <c:pt idx="103">
                  <c:v>440</c:v>
                </c:pt>
                <c:pt idx="104">
                  <c:v>441</c:v>
                </c:pt>
                <c:pt idx="105">
                  <c:v>442</c:v>
                </c:pt>
                <c:pt idx="106">
                  <c:v>443</c:v>
                </c:pt>
                <c:pt idx="107">
                  <c:v>444</c:v>
                </c:pt>
                <c:pt idx="108">
                  <c:v>445</c:v>
                </c:pt>
                <c:pt idx="109">
                  <c:v>446</c:v>
                </c:pt>
                <c:pt idx="110">
                  <c:v>447</c:v>
                </c:pt>
                <c:pt idx="111">
                  <c:v>448</c:v>
                </c:pt>
                <c:pt idx="112">
                  <c:v>449</c:v>
                </c:pt>
                <c:pt idx="113">
                  <c:v>450</c:v>
                </c:pt>
                <c:pt idx="114">
                  <c:v>451</c:v>
                </c:pt>
                <c:pt idx="115">
                  <c:v>452</c:v>
                </c:pt>
                <c:pt idx="116">
                  <c:v>453</c:v>
                </c:pt>
                <c:pt idx="117">
                  <c:v>454</c:v>
                </c:pt>
                <c:pt idx="118">
                  <c:v>455</c:v>
                </c:pt>
                <c:pt idx="119">
                  <c:v>456</c:v>
                </c:pt>
                <c:pt idx="120">
                  <c:v>457</c:v>
                </c:pt>
                <c:pt idx="121">
                  <c:v>458</c:v>
                </c:pt>
                <c:pt idx="122">
                  <c:v>459</c:v>
                </c:pt>
                <c:pt idx="123">
                  <c:v>460</c:v>
                </c:pt>
                <c:pt idx="124">
                  <c:v>461</c:v>
                </c:pt>
                <c:pt idx="125">
                  <c:v>462</c:v>
                </c:pt>
                <c:pt idx="126">
                  <c:v>463</c:v>
                </c:pt>
                <c:pt idx="127">
                  <c:v>464</c:v>
                </c:pt>
                <c:pt idx="128">
                  <c:v>465</c:v>
                </c:pt>
                <c:pt idx="129">
                  <c:v>466</c:v>
                </c:pt>
                <c:pt idx="130">
                  <c:v>467</c:v>
                </c:pt>
                <c:pt idx="131">
                  <c:v>468</c:v>
                </c:pt>
                <c:pt idx="132">
                  <c:v>469</c:v>
                </c:pt>
                <c:pt idx="133">
                  <c:v>470</c:v>
                </c:pt>
                <c:pt idx="134">
                  <c:v>471</c:v>
                </c:pt>
                <c:pt idx="135">
                  <c:v>472</c:v>
                </c:pt>
                <c:pt idx="136">
                  <c:v>473</c:v>
                </c:pt>
                <c:pt idx="137">
                  <c:v>474</c:v>
                </c:pt>
                <c:pt idx="138">
                  <c:v>475</c:v>
                </c:pt>
                <c:pt idx="139">
                  <c:v>476</c:v>
                </c:pt>
                <c:pt idx="140">
                  <c:v>477</c:v>
                </c:pt>
                <c:pt idx="141">
                  <c:v>478</c:v>
                </c:pt>
                <c:pt idx="142">
                  <c:v>479</c:v>
                </c:pt>
                <c:pt idx="143">
                  <c:v>480</c:v>
                </c:pt>
                <c:pt idx="144">
                  <c:v>481</c:v>
                </c:pt>
                <c:pt idx="145">
                  <c:v>482</c:v>
                </c:pt>
                <c:pt idx="146">
                  <c:v>483</c:v>
                </c:pt>
                <c:pt idx="147">
                  <c:v>484</c:v>
                </c:pt>
                <c:pt idx="148">
                  <c:v>485</c:v>
                </c:pt>
                <c:pt idx="149">
                  <c:v>486</c:v>
                </c:pt>
                <c:pt idx="150">
                  <c:v>487</c:v>
                </c:pt>
                <c:pt idx="151">
                  <c:v>488</c:v>
                </c:pt>
                <c:pt idx="152">
                  <c:v>489</c:v>
                </c:pt>
                <c:pt idx="153">
                  <c:v>490</c:v>
                </c:pt>
                <c:pt idx="154">
                  <c:v>491</c:v>
                </c:pt>
                <c:pt idx="155">
                  <c:v>492</c:v>
                </c:pt>
                <c:pt idx="156">
                  <c:v>493</c:v>
                </c:pt>
                <c:pt idx="157">
                  <c:v>494</c:v>
                </c:pt>
                <c:pt idx="158">
                  <c:v>495</c:v>
                </c:pt>
                <c:pt idx="159">
                  <c:v>496</c:v>
                </c:pt>
                <c:pt idx="160">
                  <c:v>497</c:v>
                </c:pt>
                <c:pt idx="161">
                  <c:v>498</c:v>
                </c:pt>
                <c:pt idx="162">
                  <c:v>499</c:v>
                </c:pt>
                <c:pt idx="163">
                  <c:v>500</c:v>
                </c:pt>
                <c:pt idx="164">
                  <c:v>501</c:v>
                </c:pt>
                <c:pt idx="165">
                  <c:v>502</c:v>
                </c:pt>
                <c:pt idx="166">
                  <c:v>503</c:v>
                </c:pt>
                <c:pt idx="167">
                  <c:v>504</c:v>
                </c:pt>
                <c:pt idx="168">
                  <c:v>505</c:v>
                </c:pt>
                <c:pt idx="169">
                  <c:v>506</c:v>
                </c:pt>
                <c:pt idx="170">
                  <c:v>507</c:v>
                </c:pt>
                <c:pt idx="171">
                  <c:v>508</c:v>
                </c:pt>
                <c:pt idx="172">
                  <c:v>509</c:v>
                </c:pt>
                <c:pt idx="173">
                  <c:v>510</c:v>
                </c:pt>
                <c:pt idx="174">
                  <c:v>511</c:v>
                </c:pt>
                <c:pt idx="175">
                  <c:v>512</c:v>
                </c:pt>
                <c:pt idx="176">
                  <c:v>513</c:v>
                </c:pt>
                <c:pt idx="177">
                  <c:v>514</c:v>
                </c:pt>
                <c:pt idx="178">
                  <c:v>515</c:v>
                </c:pt>
                <c:pt idx="179">
                  <c:v>516</c:v>
                </c:pt>
                <c:pt idx="180">
                  <c:v>517</c:v>
                </c:pt>
                <c:pt idx="181">
                  <c:v>518</c:v>
                </c:pt>
                <c:pt idx="182">
                  <c:v>519</c:v>
                </c:pt>
                <c:pt idx="183">
                  <c:v>520</c:v>
                </c:pt>
                <c:pt idx="184">
                  <c:v>521</c:v>
                </c:pt>
                <c:pt idx="185">
                  <c:v>522</c:v>
                </c:pt>
                <c:pt idx="186">
                  <c:v>523</c:v>
                </c:pt>
                <c:pt idx="187">
                  <c:v>524</c:v>
                </c:pt>
                <c:pt idx="188">
                  <c:v>525</c:v>
                </c:pt>
                <c:pt idx="189">
                  <c:v>526</c:v>
                </c:pt>
                <c:pt idx="190">
                  <c:v>527</c:v>
                </c:pt>
                <c:pt idx="191">
                  <c:v>528</c:v>
                </c:pt>
                <c:pt idx="192">
                  <c:v>529</c:v>
                </c:pt>
                <c:pt idx="193">
                  <c:v>530</c:v>
                </c:pt>
                <c:pt idx="194">
                  <c:v>531</c:v>
                </c:pt>
                <c:pt idx="195">
                  <c:v>532</c:v>
                </c:pt>
                <c:pt idx="196">
                  <c:v>533</c:v>
                </c:pt>
                <c:pt idx="197">
                  <c:v>534</c:v>
                </c:pt>
                <c:pt idx="198">
                  <c:v>535</c:v>
                </c:pt>
                <c:pt idx="199">
                  <c:v>536</c:v>
                </c:pt>
                <c:pt idx="200">
                  <c:v>537</c:v>
                </c:pt>
                <c:pt idx="201">
                  <c:v>538</c:v>
                </c:pt>
                <c:pt idx="202">
                  <c:v>539</c:v>
                </c:pt>
                <c:pt idx="203">
                  <c:v>540</c:v>
                </c:pt>
                <c:pt idx="204">
                  <c:v>541</c:v>
                </c:pt>
                <c:pt idx="205">
                  <c:v>542</c:v>
                </c:pt>
                <c:pt idx="206">
                  <c:v>543</c:v>
                </c:pt>
                <c:pt idx="207">
                  <c:v>544</c:v>
                </c:pt>
                <c:pt idx="208">
                  <c:v>545</c:v>
                </c:pt>
                <c:pt idx="209">
                  <c:v>546</c:v>
                </c:pt>
                <c:pt idx="210">
                  <c:v>547</c:v>
                </c:pt>
                <c:pt idx="211">
                  <c:v>548</c:v>
                </c:pt>
                <c:pt idx="212">
                  <c:v>549</c:v>
                </c:pt>
                <c:pt idx="213">
                  <c:v>550</c:v>
                </c:pt>
                <c:pt idx="214">
                  <c:v>551</c:v>
                </c:pt>
                <c:pt idx="215">
                  <c:v>552</c:v>
                </c:pt>
                <c:pt idx="216">
                  <c:v>553</c:v>
                </c:pt>
                <c:pt idx="217">
                  <c:v>554</c:v>
                </c:pt>
                <c:pt idx="218">
                  <c:v>555</c:v>
                </c:pt>
                <c:pt idx="219">
                  <c:v>556</c:v>
                </c:pt>
                <c:pt idx="220">
                  <c:v>557</c:v>
                </c:pt>
                <c:pt idx="221">
                  <c:v>558</c:v>
                </c:pt>
                <c:pt idx="222">
                  <c:v>559</c:v>
                </c:pt>
                <c:pt idx="223">
                  <c:v>560</c:v>
                </c:pt>
                <c:pt idx="224">
                  <c:v>561</c:v>
                </c:pt>
                <c:pt idx="225">
                  <c:v>562</c:v>
                </c:pt>
                <c:pt idx="226">
                  <c:v>563</c:v>
                </c:pt>
                <c:pt idx="227">
                  <c:v>564</c:v>
                </c:pt>
                <c:pt idx="228">
                  <c:v>565</c:v>
                </c:pt>
                <c:pt idx="229">
                  <c:v>566</c:v>
                </c:pt>
                <c:pt idx="230">
                  <c:v>567</c:v>
                </c:pt>
                <c:pt idx="231">
                  <c:v>568</c:v>
                </c:pt>
                <c:pt idx="232">
                  <c:v>569</c:v>
                </c:pt>
                <c:pt idx="233">
                  <c:v>570</c:v>
                </c:pt>
                <c:pt idx="234">
                  <c:v>571</c:v>
                </c:pt>
                <c:pt idx="235">
                  <c:v>572</c:v>
                </c:pt>
                <c:pt idx="236">
                  <c:v>573</c:v>
                </c:pt>
              </c:numCache>
            </c:numRef>
          </c:xVal>
          <c:yVal>
            <c:numRef>
              <c:f>'Chart Data'!$D$2:$D$238</c:f>
              <c:numCache>
                <c:formatCode>0.00</c:formatCode>
                <c:ptCount val="237"/>
                <c:pt idx="0">
                  <c:v>0.07130795</c:v>
                </c:pt>
                <c:pt idx="1">
                  <c:v>0.09594386</c:v>
                </c:pt>
                <c:pt idx="2">
                  <c:v>0.11524418</c:v>
                </c:pt>
                <c:pt idx="3">
                  <c:v>0.1322255</c:v>
                </c:pt>
                <c:pt idx="4">
                  <c:v>0.21570621</c:v>
                </c:pt>
                <c:pt idx="5">
                  <c:v>0.16785732</c:v>
                </c:pt>
                <c:pt idx="6">
                  <c:v>0.05806436</c:v>
                </c:pt>
                <c:pt idx="7">
                  <c:v>0.02814139</c:v>
                </c:pt>
                <c:pt idx="8">
                  <c:v>0.02341479</c:v>
                </c:pt>
                <c:pt idx="9">
                  <c:v>0.01839541</c:v>
                </c:pt>
                <c:pt idx="10">
                  <c:v>0.0868212</c:v>
                </c:pt>
                <c:pt idx="11">
                  <c:v>0.12534864</c:v>
                </c:pt>
                <c:pt idx="12">
                  <c:v>0.14497248</c:v>
                </c:pt>
                <c:pt idx="13">
                  <c:v>0.16328683</c:v>
                </c:pt>
                <c:pt idx="14">
                  <c:v>0.17240134</c:v>
                </c:pt>
                <c:pt idx="15">
                  <c:v>0.13058577</c:v>
                </c:pt>
                <c:pt idx="16">
                  <c:v>0.15593656</c:v>
                </c:pt>
                <c:pt idx="17">
                  <c:v>-0.03224254</c:v>
                </c:pt>
                <c:pt idx="18">
                  <c:v>-0.13110303</c:v>
                </c:pt>
                <c:pt idx="19">
                  <c:v>-0.05321939</c:v>
                </c:pt>
                <c:pt idx="20">
                  <c:v>0.05922078</c:v>
                </c:pt>
                <c:pt idx="21">
                  <c:v>0.06149803</c:v>
                </c:pt>
                <c:pt idx="22">
                  <c:v>0.09613677</c:v>
                </c:pt>
                <c:pt idx="23">
                  <c:v>0.11861931</c:v>
                </c:pt>
                <c:pt idx="24">
                  <c:v>0.06878886</c:v>
                </c:pt>
                <c:pt idx="25">
                  <c:v>0.08410392</c:v>
                </c:pt>
                <c:pt idx="26">
                  <c:v>0.04971193</c:v>
                </c:pt>
                <c:pt idx="27">
                  <c:v>0.04208412</c:v>
                </c:pt>
                <c:pt idx="28">
                  <c:v>0.07397619</c:v>
                </c:pt>
                <c:pt idx="29">
                  <c:v>0.11861363</c:v>
                </c:pt>
                <c:pt idx="30">
                  <c:v>0.2234236</c:v>
                </c:pt>
                <c:pt idx="31">
                  <c:v>0.23837613</c:v>
                </c:pt>
                <c:pt idx="32">
                  <c:v>0.25397793</c:v>
                </c:pt>
                <c:pt idx="33">
                  <c:v>0.16796927</c:v>
                </c:pt>
                <c:pt idx="34">
                  <c:v>0.04642092</c:v>
                </c:pt>
                <c:pt idx="35">
                  <c:v>-0.03638</c:v>
                </c:pt>
                <c:pt idx="36">
                  <c:v>-0.01031786</c:v>
                </c:pt>
                <c:pt idx="37">
                  <c:v>-0.03004225</c:v>
                </c:pt>
                <c:pt idx="38">
                  <c:v>0.07425621</c:v>
                </c:pt>
                <c:pt idx="39">
                  <c:v>0.13410937</c:v>
                </c:pt>
                <c:pt idx="40">
                  <c:v>0.11953651</c:v>
                </c:pt>
                <c:pt idx="41">
                  <c:v>0.09182724</c:v>
                </c:pt>
                <c:pt idx="42">
                  <c:v>0.12149516</c:v>
                </c:pt>
                <c:pt idx="43">
                  <c:v>0.10881474</c:v>
                </c:pt>
                <c:pt idx="44">
                  <c:v>0.07439869</c:v>
                </c:pt>
                <c:pt idx="45">
                  <c:v>0.15335353</c:v>
                </c:pt>
                <c:pt idx="46">
                  <c:v>0.15316876</c:v>
                </c:pt>
                <c:pt idx="47">
                  <c:v>0.2075889</c:v>
                </c:pt>
                <c:pt idx="48">
                  <c:v>0.20215435</c:v>
                </c:pt>
                <c:pt idx="49">
                  <c:v>0.19543571</c:v>
                </c:pt>
                <c:pt idx="50">
                  <c:v>0.18743815</c:v>
                </c:pt>
                <c:pt idx="51">
                  <c:v>0.18997853</c:v>
                </c:pt>
                <c:pt idx="52">
                  <c:v>0.16960501</c:v>
                </c:pt>
                <c:pt idx="53">
                  <c:v>0.15132459</c:v>
                </c:pt>
                <c:pt idx="54">
                  <c:v>0.12274747</c:v>
                </c:pt>
                <c:pt idx="55">
                  <c:v>-0.02666304</c:v>
                </c:pt>
                <c:pt idx="56">
                  <c:v>0.00172488</c:v>
                </c:pt>
                <c:pt idx="57">
                  <c:v>0.00672678</c:v>
                </c:pt>
                <c:pt idx="58">
                  <c:v>0.04909552</c:v>
                </c:pt>
                <c:pt idx="59">
                  <c:v>-0.1417178</c:v>
                </c:pt>
                <c:pt idx="60">
                  <c:v>0.21970044</c:v>
                </c:pt>
                <c:pt idx="61">
                  <c:v>0.16761834</c:v>
                </c:pt>
                <c:pt idx="62">
                  <c:v>-0.01552873</c:v>
                </c:pt>
                <c:pt idx="63">
                  <c:v>0.08100848</c:v>
                </c:pt>
                <c:pt idx="64">
                  <c:v>-0.09392388</c:v>
                </c:pt>
                <c:pt idx="65">
                  <c:v>0.07851168</c:v>
                </c:pt>
                <c:pt idx="66">
                  <c:v>0.02650087</c:v>
                </c:pt>
                <c:pt idx="67">
                  <c:v>0.2180713</c:v>
                </c:pt>
                <c:pt idx="68">
                  <c:v>0.11749212</c:v>
                </c:pt>
                <c:pt idx="69">
                  <c:v>0.01785877</c:v>
                </c:pt>
                <c:pt idx="70">
                  <c:v>0.09761707</c:v>
                </c:pt>
                <c:pt idx="71">
                  <c:v>0.22709077</c:v>
                </c:pt>
                <c:pt idx="72">
                  <c:v>0.10495428</c:v>
                </c:pt>
                <c:pt idx="73">
                  <c:v>-0.00542593</c:v>
                </c:pt>
                <c:pt idx="74">
                  <c:v>-0.04109239</c:v>
                </c:pt>
                <c:pt idx="75">
                  <c:v>0.04229739</c:v>
                </c:pt>
                <c:pt idx="76">
                  <c:v>0.06211749</c:v>
                </c:pt>
                <c:pt idx="77">
                  <c:v>0.05771424</c:v>
                </c:pt>
                <c:pt idx="78">
                  <c:v>0.07247986</c:v>
                </c:pt>
                <c:pt idx="79">
                  <c:v>0.05415875</c:v>
                </c:pt>
                <c:pt idx="80">
                  <c:v>-0.05707426</c:v>
                </c:pt>
                <c:pt idx="81">
                  <c:v>-0.05585176</c:v>
                </c:pt>
                <c:pt idx="82">
                  <c:v>-0.04784928</c:v>
                </c:pt>
                <c:pt idx="83">
                  <c:v>0.01432473</c:v>
                </c:pt>
                <c:pt idx="84">
                  <c:v>0.08577814</c:v>
                </c:pt>
                <c:pt idx="85">
                  <c:v>0.13086387</c:v>
                </c:pt>
                <c:pt idx="86">
                  <c:v>0.1644335</c:v>
                </c:pt>
                <c:pt idx="87">
                  <c:v>0.13531304</c:v>
                </c:pt>
                <c:pt idx="88">
                  <c:v>0.10282622</c:v>
                </c:pt>
                <c:pt idx="89">
                  <c:v>0.08108573</c:v>
                </c:pt>
                <c:pt idx="90">
                  <c:v>0.11937208</c:v>
                </c:pt>
                <c:pt idx="91">
                  <c:v>0.1234323</c:v>
                </c:pt>
                <c:pt idx="92">
                  <c:v>0.13218114</c:v>
                </c:pt>
                <c:pt idx="93">
                  <c:v>0.1476744</c:v>
                </c:pt>
                <c:pt idx="94">
                  <c:v>0.10919522</c:v>
                </c:pt>
                <c:pt idx="95">
                  <c:v>0.10762639</c:v>
                </c:pt>
                <c:pt idx="96">
                  <c:v>-0.0054639</c:v>
                </c:pt>
                <c:pt idx="97">
                  <c:v>0.06643793</c:v>
                </c:pt>
                <c:pt idx="98">
                  <c:v>0.08194568</c:v>
                </c:pt>
                <c:pt idx="99">
                  <c:v>0.10224446</c:v>
                </c:pt>
                <c:pt idx="100">
                  <c:v>0.07617968</c:v>
                </c:pt>
                <c:pt idx="101">
                  <c:v>0.07842617</c:v>
                </c:pt>
                <c:pt idx="102">
                  <c:v>0.16249208</c:v>
                </c:pt>
                <c:pt idx="103">
                  <c:v>0.15732104</c:v>
                </c:pt>
                <c:pt idx="104">
                  <c:v>0.19263975</c:v>
                </c:pt>
                <c:pt idx="105">
                  <c:v>0.16131563</c:v>
                </c:pt>
                <c:pt idx="106">
                  <c:v>0.18435842</c:v>
                </c:pt>
                <c:pt idx="107">
                  <c:v>0.19485459</c:v>
                </c:pt>
                <c:pt idx="108">
                  <c:v>0.19383863</c:v>
                </c:pt>
                <c:pt idx="109">
                  <c:v>0.1261274</c:v>
                </c:pt>
                <c:pt idx="110">
                  <c:v>0.076035</c:v>
                </c:pt>
                <c:pt idx="111">
                  <c:v>-0.00130333</c:v>
                </c:pt>
                <c:pt idx="112">
                  <c:v>0.03272532</c:v>
                </c:pt>
                <c:pt idx="113">
                  <c:v>0.03379234</c:v>
                </c:pt>
                <c:pt idx="114">
                  <c:v>0.05113922</c:v>
                </c:pt>
                <c:pt idx="115">
                  <c:v>0.07080429</c:v>
                </c:pt>
                <c:pt idx="116">
                  <c:v>0.12129529</c:v>
                </c:pt>
                <c:pt idx="117">
                  <c:v>0.1753474</c:v>
                </c:pt>
                <c:pt idx="118">
                  <c:v>0.18683978</c:v>
                </c:pt>
                <c:pt idx="119">
                  <c:v>0.22009389</c:v>
                </c:pt>
                <c:pt idx="120">
                  <c:v>0.19167712</c:v>
                </c:pt>
                <c:pt idx="121">
                  <c:v>0.22509365</c:v>
                </c:pt>
                <c:pt idx="122">
                  <c:v>0.18540868</c:v>
                </c:pt>
                <c:pt idx="123">
                  <c:v>0.15551038</c:v>
                </c:pt>
                <c:pt idx="124">
                  <c:v>0.02866904</c:v>
                </c:pt>
                <c:pt idx="125">
                  <c:v>0.07892027</c:v>
                </c:pt>
                <c:pt idx="126">
                  <c:v>0.11873107</c:v>
                </c:pt>
                <c:pt idx="127">
                  <c:v>0.16171778</c:v>
                </c:pt>
                <c:pt idx="128">
                  <c:v>0.14753161</c:v>
                </c:pt>
                <c:pt idx="129">
                  <c:v>0.14443982</c:v>
                </c:pt>
                <c:pt idx="130">
                  <c:v>0.15382687</c:v>
                </c:pt>
                <c:pt idx="131">
                  <c:v>0.11627614</c:v>
                </c:pt>
                <c:pt idx="132">
                  <c:v>0.05871112</c:v>
                </c:pt>
                <c:pt idx="133">
                  <c:v>0.12037269</c:v>
                </c:pt>
                <c:pt idx="134">
                  <c:v>0.06405674</c:v>
                </c:pt>
                <c:pt idx="135">
                  <c:v>0.05471343</c:v>
                </c:pt>
                <c:pt idx="136">
                  <c:v>0.00545738</c:v>
                </c:pt>
                <c:pt idx="137">
                  <c:v>0.06912479</c:v>
                </c:pt>
                <c:pt idx="138">
                  <c:v>-0.01334923</c:v>
                </c:pt>
                <c:pt idx="139">
                  <c:v>0.04071542</c:v>
                </c:pt>
                <c:pt idx="140">
                  <c:v>-0.00632483</c:v>
                </c:pt>
                <c:pt idx="141">
                  <c:v>0.05443934</c:v>
                </c:pt>
                <c:pt idx="142">
                  <c:v>0.0383019</c:v>
                </c:pt>
                <c:pt idx="143">
                  <c:v>0.03441742</c:v>
                </c:pt>
                <c:pt idx="144">
                  <c:v>0.02521304</c:v>
                </c:pt>
                <c:pt idx="145">
                  <c:v>-0.03754757</c:v>
                </c:pt>
                <c:pt idx="146">
                  <c:v>-0.04780191</c:v>
                </c:pt>
                <c:pt idx="147">
                  <c:v>-0.02430451</c:v>
                </c:pt>
                <c:pt idx="148">
                  <c:v>0.09456563</c:v>
                </c:pt>
                <c:pt idx="149">
                  <c:v>0.12636299</c:v>
                </c:pt>
                <c:pt idx="150">
                  <c:v>0.15152266</c:v>
                </c:pt>
                <c:pt idx="151">
                  <c:v>0.18505031</c:v>
                </c:pt>
                <c:pt idx="152">
                  <c:v>0.17715828</c:v>
                </c:pt>
                <c:pt idx="153">
                  <c:v>0.19222004</c:v>
                </c:pt>
                <c:pt idx="154">
                  <c:v>-0.0212296</c:v>
                </c:pt>
                <c:pt idx="155">
                  <c:v>-0.00744944</c:v>
                </c:pt>
                <c:pt idx="156">
                  <c:v>0.01697371</c:v>
                </c:pt>
                <c:pt idx="157">
                  <c:v>-0.00205944</c:v>
                </c:pt>
                <c:pt idx="158">
                  <c:v>0.08212491</c:v>
                </c:pt>
                <c:pt idx="159">
                  <c:v>0.21262237</c:v>
                </c:pt>
                <c:pt idx="160">
                  <c:v>0.17285168</c:v>
                </c:pt>
                <c:pt idx="161">
                  <c:v>0.2127515</c:v>
                </c:pt>
                <c:pt idx="162">
                  <c:v>0.14723271</c:v>
                </c:pt>
                <c:pt idx="163">
                  <c:v>0.17487392</c:v>
                </c:pt>
                <c:pt idx="164">
                  <c:v>-0.11854495</c:v>
                </c:pt>
                <c:pt idx="165">
                  <c:v>-0.04534709</c:v>
                </c:pt>
                <c:pt idx="166">
                  <c:v>-0.05901303</c:v>
                </c:pt>
                <c:pt idx="167">
                  <c:v>-0.09653434</c:v>
                </c:pt>
                <c:pt idx="168">
                  <c:v>-0.10138082</c:v>
                </c:pt>
                <c:pt idx="169">
                  <c:v>-0.06206414</c:v>
                </c:pt>
                <c:pt idx="170">
                  <c:v>-0.05300631</c:v>
                </c:pt>
                <c:pt idx="171">
                  <c:v>-0.07871452</c:v>
                </c:pt>
                <c:pt idx="172">
                  <c:v>-0.06668651</c:v>
                </c:pt>
                <c:pt idx="173">
                  <c:v>-0.06037429</c:v>
                </c:pt>
                <c:pt idx="174">
                  <c:v>-0.05322082</c:v>
                </c:pt>
                <c:pt idx="175">
                  <c:v>0.02015405</c:v>
                </c:pt>
                <c:pt idx="176">
                  <c:v>0.05390389</c:v>
                </c:pt>
                <c:pt idx="177">
                  <c:v>0.06866031</c:v>
                </c:pt>
                <c:pt idx="178">
                  <c:v>0.10488451</c:v>
                </c:pt>
                <c:pt idx="179">
                  <c:v>0.27247726</c:v>
                </c:pt>
                <c:pt idx="180">
                  <c:v>0.14509059</c:v>
                </c:pt>
                <c:pt idx="181">
                  <c:v>0.25368312</c:v>
                </c:pt>
                <c:pt idx="182">
                  <c:v>0.25057365</c:v>
                </c:pt>
                <c:pt idx="183">
                  <c:v>0.21915556</c:v>
                </c:pt>
                <c:pt idx="184">
                  <c:v>0.09146938</c:v>
                </c:pt>
                <c:pt idx="185">
                  <c:v>0.12500712</c:v>
                </c:pt>
                <c:pt idx="186">
                  <c:v>0.13731214</c:v>
                </c:pt>
                <c:pt idx="187">
                  <c:v>0.18908366</c:v>
                </c:pt>
                <c:pt idx="188">
                  <c:v>0.25262936</c:v>
                </c:pt>
                <c:pt idx="189">
                  <c:v>0.13838233</c:v>
                </c:pt>
                <c:pt idx="190">
                  <c:v>0.08361378</c:v>
                </c:pt>
                <c:pt idx="191">
                  <c:v>0.04156025</c:v>
                </c:pt>
                <c:pt idx="192">
                  <c:v>-0.03518042</c:v>
                </c:pt>
                <c:pt idx="193">
                  <c:v>-0.10604026</c:v>
                </c:pt>
                <c:pt idx="194">
                  <c:v>-0.05706917</c:v>
                </c:pt>
                <c:pt idx="195">
                  <c:v>0.02344088</c:v>
                </c:pt>
                <c:pt idx="196">
                  <c:v>0.06014015</c:v>
                </c:pt>
                <c:pt idx="197">
                  <c:v>0.07403764</c:v>
                </c:pt>
                <c:pt idx="198">
                  <c:v>0.11096264</c:v>
                </c:pt>
                <c:pt idx="199">
                  <c:v>0.13757029</c:v>
                </c:pt>
                <c:pt idx="200">
                  <c:v>0.14622058</c:v>
                </c:pt>
                <c:pt idx="201">
                  <c:v>0.09550717</c:v>
                </c:pt>
                <c:pt idx="202">
                  <c:v>0.1477199</c:v>
                </c:pt>
                <c:pt idx="203">
                  <c:v>0.17334761</c:v>
                </c:pt>
                <c:pt idx="204">
                  <c:v>0.19037594</c:v>
                </c:pt>
                <c:pt idx="205">
                  <c:v>0.1599208</c:v>
                </c:pt>
                <c:pt idx="206">
                  <c:v>0.15753334</c:v>
                </c:pt>
                <c:pt idx="207">
                  <c:v>0.13889198</c:v>
                </c:pt>
                <c:pt idx="208">
                  <c:v>0.18091685</c:v>
                </c:pt>
                <c:pt idx="209">
                  <c:v>0.07677882</c:v>
                </c:pt>
                <c:pt idx="210">
                  <c:v>0.08241218</c:v>
                </c:pt>
                <c:pt idx="211">
                  <c:v>0.05697716</c:v>
                </c:pt>
                <c:pt idx="212">
                  <c:v>0.09296805</c:v>
                </c:pt>
                <c:pt idx="213">
                  <c:v>-0.03792205</c:v>
                </c:pt>
                <c:pt idx="214">
                  <c:v>0.03237537</c:v>
                </c:pt>
                <c:pt idx="215">
                  <c:v>0.05980357</c:v>
                </c:pt>
                <c:pt idx="216">
                  <c:v>0.0503463</c:v>
                </c:pt>
                <c:pt idx="217">
                  <c:v>0.08231216</c:v>
                </c:pt>
                <c:pt idx="218">
                  <c:v>0.06519286</c:v>
                </c:pt>
                <c:pt idx="219">
                  <c:v>0.05931686</c:v>
                </c:pt>
                <c:pt idx="220">
                  <c:v>0.03763525</c:v>
                </c:pt>
                <c:pt idx="221">
                  <c:v>0.07228199</c:v>
                </c:pt>
                <c:pt idx="222">
                  <c:v>0.0223926</c:v>
                </c:pt>
                <c:pt idx="223">
                  <c:v>0.05873236</c:v>
                </c:pt>
                <c:pt idx="224">
                  <c:v>0.05527669</c:v>
                </c:pt>
                <c:pt idx="225">
                  <c:v>0.12190731</c:v>
                </c:pt>
                <c:pt idx="226">
                  <c:v>0.13636191</c:v>
                </c:pt>
                <c:pt idx="227">
                  <c:v>0.13611373</c:v>
                </c:pt>
                <c:pt idx="228">
                  <c:v>0.07542179</c:v>
                </c:pt>
                <c:pt idx="229">
                  <c:v>0.03970345</c:v>
                </c:pt>
                <c:pt idx="230">
                  <c:v>0.08969758</c:v>
                </c:pt>
                <c:pt idx="231">
                  <c:v>0.09043341</c:v>
                </c:pt>
                <c:pt idx="232">
                  <c:v>0.08782817</c:v>
                </c:pt>
                <c:pt idx="233">
                  <c:v>0.01828363</c:v>
                </c:pt>
                <c:pt idx="234">
                  <c:v>-0.00757095</c:v>
                </c:pt>
                <c:pt idx="235">
                  <c:v>-0.03990188</c:v>
                </c:pt>
                <c:pt idx="236">
                  <c:v>-0.04744993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579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midCat"/>
      </c:valAx>
    </c:plotArea>
    <c:plotVisOnly val="1"/>
    <c:dispBlanksAs val="gap"/>
    <c:showDLblsOverMax val="0"/>
    <c:extLst>
      <c:ext uri="{0b15fc19-7d7d-44ad-8c2d-2c3a37ce22c3}">
        <chartProps xmlns="https://web.wps.cn/et/2018/main" chartId="{e465538c-18e2-4e97-b6d4-9c9d78872078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滚动均值 连续有效段1</c:f>
              <c:strCache>
                <c:ptCount val="1"/>
                <c:pt idx="0">
                  <c:v>滚动均值 连续有效段1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Data'!$A$2:$A$273</c:f>
              <c:numCache>
                <c:formatCode>General</c:formatCode>
                <c:ptCount val="272"/>
                <c:pt idx="0">
                  <c:v>59</c:v>
                </c:pt>
                <c:pt idx="1">
                  <c:v>60</c:v>
                </c:pt>
                <c:pt idx="2">
                  <c:v>61</c:v>
                </c:pt>
                <c:pt idx="3">
                  <c:v>62</c:v>
                </c:pt>
                <c:pt idx="4">
                  <c:v>63</c:v>
                </c:pt>
                <c:pt idx="5">
                  <c:v>64</c:v>
                </c:pt>
                <c:pt idx="6">
                  <c:v>65</c:v>
                </c:pt>
                <c:pt idx="7">
                  <c:v>66</c:v>
                </c:pt>
                <c:pt idx="8">
                  <c:v>67</c:v>
                </c:pt>
                <c:pt idx="9">
                  <c:v>68</c:v>
                </c:pt>
                <c:pt idx="10">
                  <c:v>69</c:v>
                </c:pt>
                <c:pt idx="11">
                  <c:v>70</c:v>
                </c:pt>
                <c:pt idx="12">
                  <c:v>71</c:v>
                </c:pt>
                <c:pt idx="13">
                  <c:v>72</c:v>
                </c:pt>
                <c:pt idx="14">
                  <c:v>73</c:v>
                </c:pt>
                <c:pt idx="15">
                  <c:v>74</c:v>
                </c:pt>
                <c:pt idx="16">
                  <c:v>75</c:v>
                </c:pt>
                <c:pt idx="17">
                  <c:v>76</c:v>
                </c:pt>
                <c:pt idx="18">
                  <c:v>77</c:v>
                </c:pt>
                <c:pt idx="19">
                  <c:v>78</c:v>
                </c:pt>
                <c:pt idx="20">
                  <c:v>79</c:v>
                </c:pt>
                <c:pt idx="21">
                  <c:v>80</c:v>
                </c:pt>
                <c:pt idx="22">
                  <c:v>81</c:v>
                </c:pt>
                <c:pt idx="23">
                  <c:v>82</c:v>
                </c:pt>
                <c:pt idx="24">
                  <c:v>83</c:v>
                </c:pt>
                <c:pt idx="25">
                  <c:v>84</c:v>
                </c:pt>
                <c:pt idx="26">
                  <c:v>85</c:v>
                </c:pt>
                <c:pt idx="27">
                  <c:v>86</c:v>
                </c:pt>
                <c:pt idx="28">
                  <c:v>87</c:v>
                </c:pt>
                <c:pt idx="29">
                  <c:v>88</c:v>
                </c:pt>
                <c:pt idx="30">
                  <c:v>89</c:v>
                </c:pt>
                <c:pt idx="31">
                  <c:v>90</c:v>
                </c:pt>
                <c:pt idx="32">
                  <c:v>91</c:v>
                </c:pt>
                <c:pt idx="33">
                  <c:v>92</c:v>
                </c:pt>
                <c:pt idx="34">
                  <c:v>93</c:v>
                </c:pt>
                <c:pt idx="35">
                  <c:v>94</c:v>
                </c:pt>
                <c:pt idx="36">
                  <c:v>95</c:v>
                </c:pt>
                <c:pt idx="37">
                  <c:v>96</c:v>
                </c:pt>
                <c:pt idx="38">
                  <c:v>97</c:v>
                </c:pt>
                <c:pt idx="39">
                  <c:v>98</c:v>
                </c:pt>
                <c:pt idx="40">
                  <c:v>99</c:v>
                </c:pt>
                <c:pt idx="41">
                  <c:v>100</c:v>
                </c:pt>
                <c:pt idx="42">
                  <c:v>101</c:v>
                </c:pt>
                <c:pt idx="43">
                  <c:v>102</c:v>
                </c:pt>
                <c:pt idx="44">
                  <c:v>103</c:v>
                </c:pt>
                <c:pt idx="45">
                  <c:v>104</c:v>
                </c:pt>
                <c:pt idx="46">
                  <c:v>105</c:v>
                </c:pt>
                <c:pt idx="47">
                  <c:v>106</c:v>
                </c:pt>
                <c:pt idx="48">
                  <c:v>107</c:v>
                </c:pt>
                <c:pt idx="49">
                  <c:v>108</c:v>
                </c:pt>
                <c:pt idx="50">
                  <c:v>109</c:v>
                </c:pt>
                <c:pt idx="51">
                  <c:v>110</c:v>
                </c:pt>
                <c:pt idx="52">
                  <c:v>111</c:v>
                </c:pt>
                <c:pt idx="53">
                  <c:v>112</c:v>
                </c:pt>
                <c:pt idx="54">
                  <c:v>113</c:v>
                </c:pt>
                <c:pt idx="55">
                  <c:v>114</c:v>
                </c:pt>
                <c:pt idx="56">
                  <c:v>115</c:v>
                </c:pt>
                <c:pt idx="57">
                  <c:v>116</c:v>
                </c:pt>
                <c:pt idx="58">
                  <c:v>117</c:v>
                </c:pt>
                <c:pt idx="59">
                  <c:v>118</c:v>
                </c:pt>
                <c:pt idx="60">
                  <c:v>119</c:v>
                </c:pt>
                <c:pt idx="61">
                  <c:v>120</c:v>
                </c:pt>
                <c:pt idx="62">
                  <c:v>121</c:v>
                </c:pt>
                <c:pt idx="63">
                  <c:v>122</c:v>
                </c:pt>
                <c:pt idx="64">
                  <c:v>123</c:v>
                </c:pt>
                <c:pt idx="65">
                  <c:v>124</c:v>
                </c:pt>
                <c:pt idx="66">
                  <c:v>125</c:v>
                </c:pt>
                <c:pt idx="67">
                  <c:v>126</c:v>
                </c:pt>
                <c:pt idx="68">
                  <c:v>127</c:v>
                </c:pt>
                <c:pt idx="69">
                  <c:v>128</c:v>
                </c:pt>
                <c:pt idx="70">
                  <c:v>129</c:v>
                </c:pt>
                <c:pt idx="71">
                  <c:v>130</c:v>
                </c:pt>
                <c:pt idx="72">
                  <c:v>131</c:v>
                </c:pt>
                <c:pt idx="73">
                  <c:v>132</c:v>
                </c:pt>
                <c:pt idx="74">
                  <c:v>133</c:v>
                </c:pt>
                <c:pt idx="75">
                  <c:v>134</c:v>
                </c:pt>
                <c:pt idx="76">
                  <c:v>135</c:v>
                </c:pt>
                <c:pt idx="77">
                  <c:v>136</c:v>
                </c:pt>
                <c:pt idx="78">
                  <c:v>137</c:v>
                </c:pt>
                <c:pt idx="79">
                  <c:v>138</c:v>
                </c:pt>
                <c:pt idx="80">
                  <c:v>139</c:v>
                </c:pt>
                <c:pt idx="81">
                  <c:v>140</c:v>
                </c:pt>
                <c:pt idx="82">
                  <c:v>141</c:v>
                </c:pt>
                <c:pt idx="83">
                  <c:v>142</c:v>
                </c:pt>
                <c:pt idx="84">
                  <c:v>143</c:v>
                </c:pt>
                <c:pt idx="85">
                  <c:v>144</c:v>
                </c:pt>
                <c:pt idx="86">
                  <c:v>145</c:v>
                </c:pt>
                <c:pt idx="87">
                  <c:v>146</c:v>
                </c:pt>
                <c:pt idx="88">
                  <c:v>147</c:v>
                </c:pt>
                <c:pt idx="89">
                  <c:v>148</c:v>
                </c:pt>
                <c:pt idx="90">
                  <c:v>149</c:v>
                </c:pt>
                <c:pt idx="91">
                  <c:v>150</c:v>
                </c:pt>
                <c:pt idx="92">
                  <c:v>151</c:v>
                </c:pt>
                <c:pt idx="93">
                  <c:v>152</c:v>
                </c:pt>
                <c:pt idx="94">
                  <c:v>153</c:v>
                </c:pt>
                <c:pt idx="95">
                  <c:v>154</c:v>
                </c:pt>
                <c:pt idx="96">
                  <c:v>155</c:v>
                </c:pt>
                <c:pt idx="97">
                  <c:v>156</c:v>
                </c:pt>
                <c:pt idx="98">
                  <c:v>157</c:v>
                </c:pt>
                <c:pt idx="99">
                  <c:v>158</c:v>
                </c:pt>
                <c:pt idx="100">
                  <c:v>159</c:v>
                </c:pt>
                <c:pt idx="101">
                  <c:v>160</c:v>
                </c:pt>
                <c:pt idx="102">
                  <c:v>161</c:v>
                </c:pt>
                <c:pt idx="103">
                  <c:v>162</c:v>
                </c:pt>
                <c:pt idx="104">
                  <c:v>163</c:v>
                </c:pt>
                <c:pt idx="105">
                  <c:v>164</c:v>
                </c:pt>
                <c:pt idx="106">
                  <c:v>165</c:v>
                </c:pt>
                <c:pt idx="107">
                  <c:v>166</c:v>
                </c:pt>
                <c:pt idx="108">
                  <c:v>167</c:v>
                </c:pt>
                <c:pt idx="109">
                  <c:v>168</c:v>
                </c:pt>
                <c:pt idx="110">
                  <c:v>169</c:v>
                </c:pt>
                <c:pt idx="111">
                  <c:v>170</c:v>
                </c:pt>
                <c:pt idx="112">
                  <c:v>171</c:v>
                </c:pt>
                <c:pt idx="113">
                  <c:v>172</c:v>
                </c:pt>
                <c:pt idx="114">
                  <c:v>173</c:v>
                </c:pt>
                <c:pt idx="115">
                  <c:v>174</c:v>
                </c:pt>
                <c:pt idx="116">
                  <c:v>175</c:v>
                </c:pt>
                <c:pt idx="117">
                  <c:v>176</c:v>
                </c:pt>
                <c:pt idx="118">
                  <c:v>177</c:v>
                </c:pt>
                <c:pt idx="119">
                  <c:v>178</c:v>
                </c:pt>
                <c:pt idx="120">
                  <c:v>179</c:v>
                </c:pt>
                <c:pt idx="121">
                  <c:v>180</c:v>
                </c:pt>
                <c:pt idx="122">
                  <c:v>181</c:v>
                </c:pt>
                <c:pt idx="123">
                  <c:v>182</c:v>
                </c:pt>
                <c:pt idx="124">
                  <c:v>183</c:v>
                </c:pt>
                <c:pt idx="125">
                  <c:v>184</c:v>
                </c:pt>
                <c:pt idx="126">
                  <c:v>185</c:v>
                </c:pt>
                <c:pt idx="127">
                  <c:v>186</c:v>
                </c:pt>
                <c:pt idx="128">
                  <c:v>187</c:v>
                </c:pt>
                <c:pt idx="129">
                  <c:v>188</c:v>
                </c:pt>
                <c:pt idx="130">
                  <c:v>189</c:v>
                </c:pt>
                <c:pt idx="131">
                  <c:v>190</c:v>
                </c:pt>
                <c:pt idx="132">
                  <c:v>191</c:v>
                </c:pt>
                <c:pt idx="133">
                  <c:v>192</c:v>
                </c:pt>
                <c:pt idx="134">
                  <c:v>193</c:v>
                </c:pt>
                <c:pt idx="135">
                  <c:v>194</c:v>
                </c:pt>
                <c:pt idx="136">
                  <c:v>195</c:v>
                </c:pt>
                <c:pt idx="137">
                  <c:v>196</c:v>
                </c:pt>
                <c:pt idx="138">
                  <c:v>197</c:v>
                </c:pt>
                <c:pt idx="139">
                  <c:v>198</c:v>
                </c:pt>
                <c:pt idx="140">
                  <c:v>199</c:v>
                </c:pt>
                <c:pt idx="141">
                  <c:v>200</c:v>
                </c:pt>
                <c:pt idx="142">
                  <c:v>201</c:v>
                </c:pt>
                <c:pt idx="143">
                  <c:v>202</c:v>
                </c:pt>
                <c:pt idx="144">
                  <c:v>203</c:v>
                </c:pt>
                <c:pt idx="145">
                  <c:v>204</c:v>
                </c:pt>
                <c:pt idx="146">
                  <c:v>205</c:v>
                </c:pt>
                <c:pt idx="147">
                  <c:v>206</c:v>
                </c:pt>
                <c:pt idx="148">
                  <c:v>207</c:v>
                </c:pt>
                <c:pt idx="149">
                  <c:v>208</c:v>
                </c:pt>
                <c:pt idx="150">
                  <c:v>209</c:v>
                </c:pt>
                <c:pt idx="151">
                  <c:v>210</c:v>
                </c:pt>
                <c:pt idx="152">
                  <c:v>211</c:v>
                </c:pt>
                <c:pt idx="153">
                  <c:v>212</c:v>
                </c:pt>
                <c:pt idx="154">
                  <c:v>213</c:v>
                </c:pt>
                <c:pt idx="155">
                  <c:v>214</c:v>
                </c:pt>
                <c:pt idx="156">
                  <c:v>215</c:v>
                </c:pt>
                <c:pt idx="157">
                  <c:v>216</c:v>
                </c:pt>
                <c:pt idx="158">
                  <c:v>217</c:v>
                </c:pt>
                <c:pt idx="159">
                  <c:v>218</c:v>
                </c:pt>
                <c:pt idx="160">
                  <c:v>219</c:v>
                </c:pt>
                <c:pt idx="161">
                  <c:v>220</c:v>
                </c:pt>
                <c:pt idx="162">
                  <c:v>221</c:v>
                </c:pt>
                <c:pt idx="163">
                  <c:v>222</c:v>
                </c:pt>
                <c:pt idx="164">
                  <c:v>223</c:v>
                </c:pt>
                <c:pt idx="165">
                  <c:v>224</c:v>
                </c:pt>
                <c:pt idx="166">
                  <c:v>225</c:v>
                </c:pt>
                <c:pt idx="167">
                  <c:v>226</c:v>
                </c:pt>
                <c:pt idx="168">
                  <c:v>227</c:v>
                </c:pt>
                <c:pt idx="169">
                  <c:v>228</c:v>
                </c:pt>
                <c:pt idx="170">
                  <c:v>229</c:v>
                </c:pt>
                <c:pt idx="171">
                  <c:v>230</c:v>
                </c:pt>
                <c:pt idx="172">
                  <c:v>231</c:v>
                </c:pt>
                <c:pt idx="173">
                  <c:v>232</c:v>
                </c:pt>
                <c:pt idx="174">
                  <c:v>233</c:v>
                </c:pt>
                <c:pt idx="175">
                  <c:v>234</c:v>
                </c:pt>
                <c:pt idx="176">
                  <c:v>235</c:v>
                </c:pt>
                <c:pt idx="177">
                  <c:v>236</c:v>
                </c:pt>
                <c:pt idx="178">
                  <c:v>237</c:v>
                </c:pt>
                <c:pt idx="179">
                  <c:v>238</c:v>
                </c:pt>
                <c:pt idx="180">
                  <c:v>239</c:v>
                </c:pt>
                <c:pt idx="181">
                  <c:v>240</c:v>
                </c:pt>
                <c:pt idx="182">
                  <c:v>241</c:v>
                </c:pt>
                <c:pt idx="183">
                  <c:v>242</c:v>
                </c:pt>
                <c:pt idx="184">
                  <c:v>243</c:v>
                </c:pt>
                <c:pt idx="185">
                  <c:v>244</c:v>
                </c:pt>
                <c:pt idx="186">
                  <c:v>245</c:v>
                </c:pt>
                <c:pt idx="187">
                  <c:v>246</c:v>
                </c:pt>
                <c:pt idx="188">
                  <c:v>247</c:v>
                </c:pt>
                <c:pt idx="189">
                  <c:v>248</c:v>
                </c:pt>
                <c:pt idx="190">
                  <c:v>249</c:v>
                </c:pt>
                <c:pt idx="191">
                  <c:v>250</c:v>
                </c:pt>
                <c:pt idx="192">
                  <c:v>251</c:v>
                </c:pt>
                <c:pt idx="193">
                  <c:v>252</c:v>
                </c:pt>
                <c:pt idx="194">
                  <c:v>253</c:v>
                </c:pt>
                <c:pt idx="195">
                  <c:v>254</c:v>
                </c:pt>
                <c:pt idx="196">
                  <c:v>255</c:v>
                </c:pt>
                <c:pt idx="197">
                  <c:v>256</c:v>
                </c:pt>
                <c:pt idx="198">
                  <c:v>257</c:v>
                </c:pt>
                <c:pt idx="199">
                  <c:v>258</c:v>
                </c:pt>
                <c:pt idx="200">
                  <c:v>259</c:v>
                </c:pt>
                <c:pt idx="201">
                  <c:v>260</c:v>
                </c:pt>
                <c:pt idx="202">
                  <c:v>261</c:v>
                </c:pt>
                <c:pt idx="203">
                  <c:v>262</c:v>
                </c:pt>
                <c:pt idx="204">
                  <c:v>263</c:v>
                </c:pt>
                <c:pt idx="205">
                  <c:v>264</c:v>
                </c:pt>
                <c:pt idx="206">
                  <c:v>265</c:v>
                </c:pt>
                <c:pt idx="207">
                  <c:v>266</c:v>
                </c:pt>
                <c:pt idx="208">
                  <c:v>267</c:v>
                </c:pt>
                <c:pt idx="209">
                  <c:v>268</c:v>
                </c:pt>
                <c:pt idx="210">
                  <c:v>269</c:v>
                </c:pt>
                <c:pt idx="211">
                  <c:v>270</c:v>
                </c:pt>
                <c:pt idx="212">
                  <c:v>271</c:v>
                </c:pt>
                <c:pt idx="213">
                  <c:v>272</c:v>
                </c:pt>
                <c:pt idx="214">
                  <c:v>273</c:v>
                </c:pt>
                <c:pt idx="215">
                  <c:v>274</c:v>
                </c:pt>
                <c:pt idx="216">
                  <c:v>275</c:v>
                </c:pt>
                <c:pt idx="217">
                  <c:v>276</c:v>
                </c:pt>
                <c:pt idx="218">
                  <c:v>277</c:v>
                </c:pt>
                <c:pt idx="219">
                  <c:v>278</c:v>
                </c:pt>
                <c:pt idx="220">
                  <c:v>279</c:v>
                </c:pt>
                <c:pt idx="221">
                  <c:v>280</c:v>
                </c:pt>
                <c:pt idx="222">
                  <c:v>281</c:v>
                </c:pt>
                <c:pt idx="223">
                  <c:v>282</c:v>
                </c:pt>
                <c:pt idx="224">
                  <c:v>283</c:v>
                </c:pt>
                <c:pt idx="225">
                  <c:v>284</c:v>
                </c:pt>
                <c:pt idx="226">
                  <c:v>285</c:v>
                </c:pt>
                <c:pt idx="227">
                  <c:v>286</c:v>
                </c:pt>
                <c:pt idx="228">
                  <c:v>287</c:v>
                </c:pt>
                <c:pt idx="229">
                  <c:v>288</c:v>
                </c:pt>
                <c:pt idx="230">
                  <c:v>289</c:v>
                </c:pt>
                <c:pt idx="231">
                  <c:v>290</c:v>
                </c:pt>
                <c:pt idx="232">
                  <c:v>291</c:v>
                </c:pt>
                <c:pt idx="233">
                  <c:v>292</c:v>
                </c:pt>
                <c:pt idx="234">
                  <c:v>293</c:v>
                </c:pt>
                <c:pt idx="235">
                  <c:v>294</c:v>
                </c:pt>
                <c:pt idx="236">
                  <c:v>295</c:v>
                </c:pt>
                <c:pt idx="237">
                  <c:v>296</c:v>
                </c:pt>
                <c:pt idx="238">
                  <c:v>297</c:v>
                </c:pt>
                <c:pt idx="239">
                  <c:v>298</c:v>
                </c:pt>
                <c:pt idx="240">
                  <c:v>299</c:v>
                </c:pt>
                <c:pt idx="241">
                  <c:v>300</c:v>
                </c:pt>
                <c:pt idx="242">
                  <c:v>301</c:v>
                </c:pt>
                <c:pt idx="243">
                  <c:v>302</c:v>
                </c:pt>
                <c:pt idx="244">
                  <c:v>303</c:v>
                </c:pt>
                <c:pt idx="245">
                  <c:v>304</c:v>
                </c:pt>
                <c:pt idx="246">
                  <c:v>305</c:v>
                </c:pt>
                <c:pt idx="247">
                  <c:v>306</c:v>
                </c:pt>
                <c:pt idx="248">
                  <c:v>307</c:v>
                </c:pt>
                <c:pt idx="249">
                  <c:v>308</c:v>
                </c:pt>
                <c:pt idx="250">
                  <c:v>309</c:v>
                </c:pt>
                <c:pt idx="251">
                  <c:v>310</c:v>
                </c:pt>
                <c:pt idx="252">
                  <c:v>311</c:v>
                </c:pt>
                <c:pt idx="253">
                  <c:v>312</c:v>
                </c:pt>
                <c:pt idx="254">
                  <c:v>313</c:v>
                </c:pt>
                <c:pt idx="255">
                  <c:v>314</c:v>
                </c:pt>
                <c:pt idx="256">
                  <c:v>315</c:v>
                </c:pt>
                <c:pt idx="257">
                  <c:v>316</c:v>
                </c:pt>
                <c:pt idx="258">
                  <c:v>317</c:v>
                </c:pt>
                <c:pt idx="259">
                  <c:v>318</c:v>
                </c:pt>
                <c:pt idx="260">
                  <c:v>319</c:v>
                </c:pt>
                <c:pt idx="261">
                  <c:v>320</c:v>
                </c:pt>
                <c:pt idx="262">
                  <c:v>321</c:v>
                </c:pt>
                <c:pt idx="263">
                  <c:v>322</c:v>
                </c:pt>
                <c:pt idx="264">
                  <c:v>323</c:v>
                </c:pt>
                <c:pt idx="265">
                  <c:v>324</c:v>
                </c:pt>
                <c:pt idx="266">
                  <c:v>325</c:v>
                </c:pt>
                <c:pt idx="267">
                  <c:v>326</c:v>
                </c:pt>
                <c:pt idx="268">
                  <c:v>327</c:v>
                </c:pt>
                <c:pt idx="269">
                  <c:v>328</c:v>
                </c:pt>
                <c:pt idx="270">
                  <c:v>329</c:v>
                </c:pt>
                <c:pt idx="271">
                  <c:v>330</c:v>
                </c:pt>
              </c:numCache>
            </c:numRef>
          </c:xVal>
          <c:yVal>
            <c:numRef>
              <c:f>'Chart Data'!$B$2:$B$273</c:f>
              <c:numCache>
                <c:formatCode>0.00</c:formatCode>
                <c:ptCount val="272"/>
                <c:pt idx="0">
                  <c:v>0.02594742</c:v>
                </c:pt>
                <c:pt idx="1">
                  <c:v>0.02554814</c:v>
                </c:pt>
                <c:pt idx="2">
                  <c:v>0.02597389</c:v>
                </c:pt>
                <c:pt idx="3">
                  <c:v>0.02721798</c:v>
                </c:pt>
                <c:pt idx="4">
                  <c:v>0.02825042</c:v>
                </c:pt>
                <c:pt idx="5">
                  <c:v>0.02936156</c:v>
                </c:pt>
                <c:pt idx="6">
                  <c:v>0.03271415</c:v>
                </c:pt>
                <c:pt idx="7">
                  <c:v>0.03417519</c:v>
                </c:pt>
                <c:pt idx="8">
                  <c:v>0.03659764</c:v>
                </c:pt>
                <c:pt idx="9">
                  <c:v>0.03908486</c:v>
                </c:pt>
                <c:pt idx="10">
                  <c:v>0.03906731</c:v>
                </c:pt>
                <c:pt idx="11">
                  <c:v>0.03884609</c:v>
                </c:pt>
                <c:pt idx="12">
                  <c:v>0.03862907</c:v>
                </c:pt>
                <c:pt idx="13">
                  <c:v>0.03756206</c:v>
                </c:pt>
                <c:pt idx="14">
                  <c:v>0.03730987</c:v>
                </c:pt>
                <c:pt idx="15">
                  <c:v>0.03633634</c:v>
                </c:pt>
                <c:pt idx="16">
                  <c:v>0.03532253</c:v>
                </c:pt>
                <c:pt idx="17">
                  <c:v>0.03214984</c:v>
                </c:pt>
                <c:pt idx="18">
                  <c:v>0.03035281</c:v>
                </c:pt>
                <c:pt idx="19">
                  <c:v>0.03076843</c:v>
                </c:pt>
                <c:pt idx="20">
                  <c:v>0.03247921</c:v>
                </c:pt>
                <c:pt idx="21">
                  <c:v>0.03550616</c:v>
                </c:pt>
                <c:pt idx="22">
                  <c:v>0.03597719</c:v>
                </c:pt>
                <c:pt idx="23">
                  <c:v>0.0357743</c:v>
                </c:pt>
                <c:pt idx="24">
                  <c:v>0.03336351</c:v>
                </c:pt>
                <c:pt idx="25">
                  <c:v>0.03092973</c:v>
                </c:pt>
                <c:pt idx="26">
                  <c:v>0.03073608</c:v>
                </c:pt>
                <c:pt idx="27">
                  <c:v>0.0321616</c:v>
                </c:pt>
                <c:pt idx="28">
                  <c:v>0.03309139</c:v>
                </c:pt>
                <c:pt idx="29">
                  <c:v>0.03556228</c:v>
                </c:pt>
                <c:pt idx="30">
                  <c:v>0.03639087</c:v>
                </c:pt>
                <c:pt idx="31">
                  <c:v>0.03629445</c:v>
                </c:pt>
                <c:pt idx="32">
                  <c:v>0.03657523</c:v>
                </c:pt>
                <c:pt idx="33">
                  <c:v>0.03861727</c:v>
                </c:pt>
                <c:pt idx="34">
                  <c:v>0.04190553</c:v>
                </c:pt>
                <c:pt idx="35">
                  <c:v>0.04350314</c:v>
                </c:pt>
                <c:pt idx="36">
                  <c:v>0.04483152</c:v>
                </c:pt>
                <c:pt idx="37">
                  <c:v>0.0469202</c:v>
                </c:pt>
                <c:pt idx="38">
                  <c:v>0.04913788</c:v>
                </c:pt>
                <c:pt idx="39">
                  <c:v>0.0508667</c:v>
                </c:pt>
                <c:pt idx="40">
                  <c:v>0.05215225</c:v>
                </c:pt>
                <c:pt idx="41">
                  <c:v>0.0521015</c:v>
                </c:pt>
                <c:pt idx="42">
                  <c:v>0.05073165</c:v>
                </c:pt>
                <c:pt idx="43">
                  <c:v>0.04857829</c:v>
                </c:pt>
                <c:pt idx="44">
                  <c:v>0.04655169</c:v>
                </c:pt>
                <c:pt idx="45">
                  <c:v>0.04661849</c:v>
                </c:pt>
                <c:pt idx="46">
                  <c:v>0.04607104</c:v>
                </c:pt>
                <c:pt idx="47">
                  <c:v>0.04562896</c:v>
                </c:pt>
                <c:pt idx="48">
                  <c:v>0.04627084</c:v>
                </c:pt>
                <c:pt idx="49">
                  <c:v>0.04671879</c:v>
                </c:pt>
                <c:pt idx="50">
                  <c:v>0.04858422</c:v>
                </c:pt>
                <c:pt idx="51">
                  <c:v>0.05224634</c:v>
                </c:pt>
                <c:pt idx="52">
                  <c:v>0.05823225</c:v>
                </c:pt>
                <c:pt idx="53">
                  <c:v>0.06275502</c:v>
                </c:pt>
                <c:pt idx="54">
                  <c:v>0.06506402</c:v>
                </c:pt>
                <c:pt idx="55">
                  <c:v>0.06465105</c:v>
                </c:pt>
                <c:pt idx="56">
                  <c:v>0.06233297</c:v>
                </c:pt>
                <c:pt idx="57">
                  <c:v>0.06003257</c:v>
                </c:pt>
                <c:pt idx="58">
                  <c:v>0.05817622</c:v>
                </c:pt>
                <c:pt idx="59">
                  <c:v>0.05751877</c:v>
                </c:pt>
                <c:pt idx="60">
                  <c:v>0.06221495</c:v>
                </c:pt>
                <c:pt idx="61">
                  <c:v>0.06875493</c:v>
                </c:pt>
                <c:pt idx="62">
                  <c:v>0.07360447</c:v>
                </c:pt>
                <c:pt idx="63">
                  <c:v>0.07891892</c:v>
                </c:pt>
                <c:pt idx="64">
                  <c:v>0.08339271</c:v>
                </c:pt>
                <c:pt idx="65">
                  <c:v>0.08557509</c:v>
                </c:pt>
                <c:pt idx="66">
                  <c:v>0.08482456</c:v>
                </c:pt>
                <c:pt idx="67">
                  <c:v>0.08421094</c:v>
                </c:pt>
                <c:pt idx="68">
                  <c:v>0.08470571</c:v>
                </c:pt>
                <c:pt idx="69">
                  <c:v>0.08520017</c:v>
                </c:pt>
                <c:pt idx="70">
                  <c:v>0.08575651</c:v>
                </c:pt>
                <c:pt idx="71">
                  <c:v>0.08875677</c:v>
                </c:pt>
                <c:pt idx="72">
                  <c:v>0.09019041</c:v>
                </c:pt>
                <c:pt idx="73">
                  <c:v>0.09030691</c:v>
                </c:pt>
                <c:pt idx="74">
                  <c:v>0.08955487</c:v>
                </c:pt>
                <c:pt idx="75">
                  <c:v>0.09140155</c:v>
                </c:pt>
                <c:pt idx="76">
                  <c:v>0.09408285</c:v>
                </c:pt>
                <c:pt idx="77">
                  <c:v>0.09743029</c:v>
                </c:pt>
                <c:pt idx="78">
                  <c:v>0.09947631</c:v>
                </c:pt>
                <c:pt idx="79">
                  <c:v>0.10058995</c:v>
                </c:pt>
                <c:pt idx="80">
                  <c:v>0.10002151</c:v>
                </c:pt>
                <c:pt idx="81">
                  <c:v>0.09940429</c:v>
                </c:pt>
                <c:pt idx="82">
                  <c:v>0.09826535</c:v>
                </c:pt>
                <c:pt idx="83">
                  <c:v>0.097154</c:v>
                </c:pt>
                <c:pt idx="84">
                  <c:v>0.09780504</c:v>
                </c:pt>
                <c:pt idx="85">
                  <c:v>0.09818573</c:v>
                </c:pt>
                <c:pt idx="86">
                  <c:v>0.0986958</c:v>
                </c:pt>
                <c:pt idx="87">
                  <c:v>0.09866868</c:v>
                </c:pt>
                <c:pt idx="88">
                  <c:v>0.10002424</c:v>
                </c:pt>
                <c:pt idx="89">
                  <c:v>0.10059313</c:v>
                </c:pt>
                <c:pt idx="90">
                  <c:v>0.10351255</c:v>
                </c:pt>
                <c:pt idx="91">
                  <c:v>0.10590884</c:v>
                </c:pt>
                <c:pt idx="92">
                  <c:v>0.10672293</c:v>
                </c:pt>
                <c:pt idx="93">
                  <c:v>0.10736829</c:v>
                </c:pt>
                <c:pt idx="94">
                  <c:v>0.10584063</c:v>
                </c:pt>
                <c:pt idx="95">
                  <c:v>0.10541206</c:v>
                </c:pt>
                <c:pt idx="96">
                  <c:v>0.10463948</c:v>
                </c:pt>
                <c:pt idx="97">
                  <c:v>0.10323412</c:v>
                </c:pt>
                <c:pt idx="98">
                  <c:v>0.10215851</c:v>
                </c:pt>
                <c:pt idx="99">
                  <c:v>0.09987308</c:v>
                </c:pt>
                <c:pt idx="100">
                  <c:v>0.09811185</c:v>
                </c:pt>
                <c:pt idx="101">
                  <c:v>0.0959702</c:v>
                </c:pt>
                <c:pt idx="102">
                  <c:v>0.09475127</c:v>
                </c:pt>
                <c:pt idx="103">
                  <c:v>0.0992923</c:v>
                </c:pt>
                <c:pt idx="104">
                  <c:v>0.10271114</c:v>
                </c:pt>
                <c:pt idx="105">
                  <c:v>0.10610086</c:v>
                </c:pt>
                <c:pt idx="106">
                  <c:v>0.11013885</c:v>
                </c:pt>
                <c:pt idx="107">
                  <c:v>0.11588172</c:v>
                </c:pt>
                <c:pt idx="108">
                  <c:v>0.117822</c:v>
                </c:pt>
                <c:pt idx="109">
                  <c:v>0.11653498</c:v>
                </c:pt>
                <c:pt idx="110">
                  <c:v>0.1144358</c:v>
                </c:pt>
                <c:pt idx="111">
                  <c:v>0.10976576</c:v>
                </c:pt>
                <c:pt idx="112">
                  <c:v>0.10597224</c:v>
                </c:pt>
                <c:pt idx="113">
                  <c:v>0.10240226</c:v>
                </c:pt>
                <c:pt idx="114">
                  <c:v>0.10124064</c:v>
                </c:pt>
                <c:pt idx="115">
                  <c:v>0.10093811</c:v>
                </c:pt>
                <c:pt idx="116">
                  <c:v>0.10152089</c:v>
                </c:pt>
                <c:pt idx="117">
                  <c:v>0.10332034</c:v>
                </c:pt>
                <c:pt idx="118">
                  <c:v>0.1060825</c:v>
                </c:pt>
                <c:pt idx="119">
                  <c:v>0.10825493</c:v>
                </c:pt>
                <c:pt idx="120">
                  <c:v>0.10408369</c:v>
                </c:pt>
                <c:pt idx="121">
                  <c:v>0.09874694</c:v>
                </c:pt>
                <c:pt idx="122">
                  <c:v>0.09285449</c:v>
                </c:pt>
                <c:pt idx="123">
                  <c:v>0.08521654</c:v>
                </c:pt>
                <c:pt idx="124">
                  <c:v>0.07919642</c:v>
                </c:pt>
                <c:pt idx="125">
                  <c:v>0.07446367</c:v>
                </c:pt>
                <c:pt idx="126">
                  <c:v>0.07056731</c:v>
                </c:pt>
                <c:pt idx="127">
                  <c:v>0.06843134</c:v>
                </c:pt>
                <c:pt idx="128">
                  <c:v>0.06593582</c:v>
                </c:pt>
                <c:pt idx="129">
                  <c:v>0.06325188</c:v>
                </c:pt>
                <c:pt idx="130">
                  <c:v>0.06276278</c:v>
                </c:pt>
                <c:pt idx="131">
                  <c:v>0.06032389</c:v>
                </c:pt>
                <c:pt idx="132">
                  <c:v>0.05813637</c:v>
                </c:pt>
                <c:pt idx="133">
                  <c:v>0.05760671</c:v>
                </c:pt>
                <c:pt idx="134">
                  <c:v>0.05771196</c:v>
                </c:pt>
                <c:pt idx="135">
                  <c:v>0.05551385</c:v>
                </c:pt>
                <c:pt idx="136">
                  <c:v>0.05277823</c:v>
                </c:pt>
                <c:pt idx="137">
                  <c:v>0.05079207</c:v>
                </c:pt>
                <c:pt idx="138">
                  <c:v>0.0468452</c:v>
                </c:pt>
                <c:pt idx="139">
                  <c:v>0.04474955</c:v>
                </c:pt>
                <c:pt idx="140">
                  <c:v>0.04383593</c:v>
                </c:pt>
                <c:pt idx="141">
                  <c:v>0.0425742</c:v>
                </c:pt>
                <c:pt idx="142">
                  <c:v>0.04141336</c:v>
                </c:pt>
                <c:pt idx="143">
                  <c:v>0.04087197</c:v>
                </c:pt>
                <c:pt idx="144">
                  <c:v>0.03852722</c:v>
                </c:pt>
                <c:pt idx="145">
                  <c:v>0.03722109</c:v>
                </c:pt>
                <c:pt idx="146">
                  <c:v>0.03737484</c:v>
                </c:pt>
                <c:pt idx="147">
                  <c:v>0.0387615</c:v>
                </c:pt>
                <c:pt idx="148">
                  <c:v>0.0390222</c:v>
                </c:pt>
                <c:pt idx="149">
                  <c:v>0.03931758</c:v>
                </c:pt>
                <c:pt idx="150">
                  <c:v>0.03691916</c:v>
                </c:pt>
                <c:pt idx="151">
                  <c:v>0.03541114</c:v>
                </c:pt>
                <c:pt idx="152">
                  <c:v>0.03352143</c:v>
                </c:pt>
                <c:pt idx="153">
                  <c:v>0.03267132</c:v>
                </c:pt>
                <c:pt idx="154">
                  <c:v>0.03290031</c:v>
                </c:pt>
                <c:pt idx="155">
                  <c:v>0.03141525</c:v>
                </c:pt>
                <c:pt idx="156">
                  <c:v>0.02915215</c:v>
                </c:pt>
                <c:pt idx="157">
                  <c:v>0.02823193</c:v>
                </c:pt>
                <c:pt idx="158">
                  <c:v>0.02691467</c:v>
                </c:pt>
                <c:pt idx="159">
                  <c:v>0.02615762</c:v>
                </c:pt>
                <c:pt idx="160">
                  <c:v>0.02783523</c:v>
                </c:pt>
                <c:pt idx="161">
                  <c:v>0.02928548</c:v>
                </c:pt>
                <c:pt idx="162">
                  <c:v>0.03043178</c:v>
                </c:pt>
                <c:pt idx="163">
                  <c:v>0.02558317</c:v>
                </c:pt>
                <c:pt idx="164">
                  <c:v>0.02351894</c:v>
                </c:pt>
                <c:pt idx="165">
                  <c:v>0.01981779</c:v>
                </c:pt>
                <c:pt idx="166">
                  <c:v>0.01589362</c:v>
                </c:pt>
                <c:pt idx="167">
                  <c:v>0.01089183</c:v>
                </c:pt>
                <c:pt idx="168">
                  <c:v>0.00696936</c:v>
                </c:pt>
                <c:pt idx="169">
                  <c:v>0.00706521</c:v>
                </c:pt>
                <c:pt idx="170">
                  <c:v>0.00724585</c:v>
                </c:pt>
                <c:pt idx="171">
                  <c:v>0.0100322</c:v>
                </c:pt>
                <c:pt idx="172">
                  <c:v>0.01238648</c:v>
                </c:pt>
                <c:pt idx="173">
                  <c:v>0.01698159</c:v>
                </c:pt>
                <c:pt idx="174">
                  <c:v>0.02038039</c:v>
                </c:pt>
                <c:pt idx="175">
                  <c:v>0.02477098</c:v>
                </c:pt>
                <c:pt idx="176">
                  <c:v>0.02733948</c:v>
                </c:pt>
                <c:pt idx="177">
                  <c:v>0.0292216</c:v>
                </c:pt>
                <c:pt idx="178">
                  <c:v>0.03015436</c:v>
                </c:pt>
                <c:pt idx="179">
                  <c:v>0.03175</c:v>
                </c:pt>
                <c:pt idx="180">
                  <c:v>0.03354577</c:v>
                </c:pt>
                <c:pt idx="181">
                  <c:v>0.03519141</c:v>
                </c:pt>
                <c:pt idx="182">
                  <c:v>0.03830233</c:v>
                </c:pt>
                <c:pt idx="183">
                  <c:v>0.04241394</c:v>
                </c:pt>
                <c:pt idx="184">
                  <c:v>0.0448798</c:v>
                </c:pt>
                <c:pt idx="185">
                  <c:v>0.04765099</c:v>
                </c:pt>
                <c:pt idx="186">
                  <c:v>0.05114598</c:v>
                </c:pt>
                <c:pt idx="187">
                  <c:v>0.0519857</c:v>
                </c:pt>
                <c:pt idx="188">
                  <c:v>0.05294559</c:v>
                </c:pt>
                <c:pt idx="189">
                  <c:v>0.05409394</c:v>
                </c:pt>
                <c:pt idx="190">
                  <c:v>0.05685948</c:v>
                </c:pt>
                <c:pt idx="191">
                  <c:v>0.05741808</c:v>
                </c:pt>
                <c:pt idx="192">
                  <c:v>0.05841583</c:v>
                </c:pt>
                <c:pt idx="193">
                  <c:v>0.0585627</c:v>
                </c:pt>
                <c:pt idx="194">
                  <c:v>0.05687759</c:v>
                </c:pt>
                <c:pt idx="195">
                  <c:v>0.05587591</c:v>
                </c:pt>
                <c:pt idx="196">
                  <c:v>0.05557937</c:v>
                </c:pt>
                <c:pt idx="197">
                  <c:v>0.05640742</c:v>
                </c:pt>
                <c:pt idx="198">
                  <c:v>0.05896836</c:v>
                </c:pt>
                <c:pt idx="199">
                  <c:v>0.05958572</c:v>
                </c:pt>
                <c:pt idx="200">
                  <c:v>0.06003793</c:v>
                </c:pt>
                <c:pt idx="201">
                  <c:v>0.06107176</c:v>
                </c:pt>
                <c:pt idx="202">
                  <c:v>0.06289966</c:v>
                </c:pt>
                <c:pt idx="203">
                  <c:v>0.06451987</c:v>
                </c:pt>
                <c:pt idx="204">
                  <c:v>0.0651747</c:v>
                </c:pt>
                <c:pt idx="205">
                  <c:v>0.06479116</c:v>
                </c:pt>
                <c:pt idx="206">
                  <c:v>0.06389646</c:v>
                </c:pt>
                <c:pt idx="207">
                  <c:v>0.06394057</c:v>
                </c:pt>
                <c:pt idx="208">
                  <c:v>0.06273155</c:v>
                </c:pt>
                <c:pt idx="209">
                  <c:v>0.06053142</c:v>
                </c:pt>
                <c:pt idx="210">
                  <c:v>0.05858393</c:v>
                </c:pt>
                <c:pt idx="211">
                  <c:v>0.0553897</c:v>
                </c:pt>
                <c:pt idx="212">
                  <c:v>0.05168375</c:v>
                </c:pt>
                <c:pt idx="213">
                  <c:v>0.04823602</c:v>
                </c:pt>
                <c:pt idx="214">
                  <c:v>0.04513398</c:v>
                </c:pt>
                <c:pt idx="215">
                  <c:v>0.04499342</c:v>
                </c:pt>
                <c:pt idx="216">
                  <c:v>0.05164193</c:v>
                </c:pt>
                <c:pt idx="217">
                  <c:v>0.05576805</c:v>
                </c:pt>
                <c:pt idx="218">
                  <c:v>0.05914689</c:v>
                </c:pt>
                <c:pt idx="219">
                  <c:v>0.05828658</c:v>
                </c:pt>
                <c:pt idx="220">
                  <c:v>0.04939361</c:v>
                </c:pt>
                <c:pt idx="221">
                  <c:v>0.04136079</c:v>
                </c:pt>
                <c:pt idx="222">
                  <c:v>0.0367517</c:v>
                </c:pt>
                <c:pt idx="223">
                  <c:v>0.03476548</c:v>
                </c:pt>
                <c:pt idx="224">
                  <c:v>0.0340147</c:v>
                </c:pt>
                <c:pt idx="225">
                  <c:v>0.03439979</c:v>
                </c:pt>
                <c:pt idx="226">
                  <c:v>0.03425149</c:v>
                </c:pt>
                <c:pt idx="227">
                  <c:v>0.03532352</c:v>
                </c:pt>
                <c:pt idx="228">
                  <c:v>0.03631517</c:v>
                </c:pt>
                <c:pt idx="229">
                  <c:v>0.03428363</c:v>
                </c:pt>
                <c:pt idx="230">
                  <c:v>0.03287472</c:v>
                </c:pt>
                <c:pt idx="231">
                  <c:v>0.03340816</c:v>
                </c:pt>
                <c:pt idx="232">
                  <c:v>0.03401911</c:v>
                </c:pt>
                <c:pt idx="233">
                  <c:v>0.03557252</c:v>
                </c:pt>
                <c:pt idx="234">
                  <c:v>0.03784329</c:v>
                </c:pt>
                <c:pt idx="235">
                  <c:v>0.03496218</c:v>
                </c:pt>
                <c:pt idx="236">
                  <c:v>0.0333141</c:v>
                </c:pt>
                <c:pt idx="237">
                  <c:v>0.03302017</c:v>
                </c:pt>
                <c:pt idx="238">
                  <c:v>0.03248103</c:v>
                </c:pt>
                <c:pt idx="239">
                  <c:v>0.03167108</c:v>
                </c:pt>
                <c:pt idx="240">
                  <c:v>0.03290893</c:v>
                </c:pt>
                <c:pt idx="241">
                  <c:v>0.03507806</c:v>
                </c:pt>
                <c:pt idx="242">
                  <c:v>0.03647229</c:v>
                </c:pt>
                <c:pt idx="243">
                  <c:v>0.03671748</c:v>
                </c:pt>
                <c:pt idx="244">
                  <c:v>0.03723247</c:v>
                </c:pt>
                <c:pt idx="245">
                  <c:v>0.03690141</c:v>
                </c:pt>
                <c:pt idx="246">
                  <c:v>0.03559843</c:v>
                </c:pt>
                <c:pt idx="247">
                  <c:v>0.03564344</c:v>
                </c:pt>
                <c:pt idx="248">
                  <c:v>0.03580174</c:v>
                </c:pt>
                <c:pt idx="249">
                  <c:v>0.03509015</c:v>
                </c:pt>
                <c:pt idx="250">
                  <c:v>0.03437971</c:v>
                </c:pt>
                <c:pt idx="251">
                  <c:v>0.03660137</c:v>
                </c:pt>
                <c:pt idx="252">
                  <c:v>0.03777112</c:v>
                </c:pt>
                <c:pt idx="253">
                  <c:v>0.03903724</c:v>
                </c:pt>
                <c:pt idx="254">
                  <c:v>0.04144996</c:v>
                </c:pt>
                <c:pt idx="255">
                  <c:v>0.0431621</c:v>
                </c:pt>
                <c:pt idx="256">
                  <c:v>0.04550821</c:v>
                </c:pt>
                <c:pt idx="257">
                  <c:v>0.04575904</c:v>
                </c:pt>
                <c:pt idx="258">
                  <c:v>0.04743159</c:v>
                </c:pt>
                <c:pt idx="259">
                  <c:v>0.04888978</c:v>
                </c:pt>
                <c:pt idx="260">
                  <c:v>0.04826518</c:v>
                </c:pt>
                <c:pt idx="261">
                  <c:v>0.04815499</c:v>
                </c:pt>
                <c:pt idx="262">
                  <c:v>0.04906643</c:v>
                </c:pt>
                <c:pt idx="263">
                  <c:v>0.0491931</c:v>
                </c:pt>
                <c:pt idx="264">
                  <c:v>0.05099127</c:v>
                </c:pt>
                <c:pt idx="265">
                  <c:v>0.05386683</c:v>
                </c:pt>
                <c:pt idx="266">
                  <c:v>0.05547583</c:v>
                </c:pt>
                <c:pt idx="267">
                  <c:v>0.05459895</c:v>
                </c:pt>
                <c:pt idx="268">
                  <c:v>0.0558082</c:v>
                </c:pt>
                <c:pt idx="269">
                  <c:v>0.05684318</c:v>
                </c:pt>
                <c:pt idx="270">
                  <c:v>0.05977719</c:v>
                </c:pt>
                <c:pt idx="271">
                  <c:v>0.06428572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滚动均值 连续有效段2</c:f>
              <c:strCache>
                <c:ptCount val="1"/>
                <c:pt idx="0">
                  <c:v>滚动均值 连续有效段2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Data'!$C$2:$C$179</c:f>
              <c:numCache>
                <c:formatCode>General</c:formatCode>
                <c:ptCount val="178"/>
                <c:pt idx="0">
                  <c:v>396</c:v>
                </c:pt>
                <c:pt idx="1">
                  <c:v>397</c:v>
                </c:pt>
                <c:pt idx="2">
                  <c:v>398</c:v>
                </c:pt>
                <c:pt idx="3">
                  <c:v>399</c:v>
                </c:pt>
                <c:pt idx="4">
                  <c:v>400</c:v>
                </c:pt>
                <c:pt idx="5">
                  <c:v>401</c:v>
                </c:pt>
                <c:pt idx="6">
                  <c:v>402</c:v>
                </c:pt>
                <c:pt idx="7">
                  <c:v>403</c:v>
                </c:pt>
                <c:pt idx="8">
                  <c:v>404</c:v>
                </c:pt>
                <c:pt idx="9">
                  <c:v>405</c:v>
                </c:pt>
                <c:pt idx="10">
                  <c:v>406</c:v>
                </c:pt>
                <c:pt idx="11">
                  <c:v>407</c:v>
                </c:pt>
                <c:pt idx="12">
                  <c:v>408</c:v>
                </c:pt>
                <c:pt idx="13">
                  <c:v>409</c:v>
                </c:pt>
                <c:pt idx="14">
                  <c:v>410</c:v>
                </c:pt>
                <c:pt idx="15">
                  <c:v>411</c:v>
                </c:pt>
                <c:pt idx="16">
                  <c:v>412</c:v>
                </c:pt>
                <c:pt idx="17">
                  <c:v>413</c:v>
                </c:pt>
                <c:pt idx="18">
                  <c:v>414</c:v>
                </c:pt>
                <c:pt idx="19">
                  <c:v>415</c:v>
                </c:pt>
                <c:pt idx="20">
                  <c:v>416</c:v>
                </c:pt>
                <c:pt idx="21">
                  <c:v>417</c:v>
                </c:pt>
                <c:pt idx="22">
                  <c:v>418</c:v>
                </c:pt>
                <c:pt idx="23">
                  <c:v>419</c:v>
                </c:pt>
                <c:pt idx="24">
                  <c:v>420</c:v>
                </c:pt>
                <c:pt idx="25">
                  <c:v>421</c:v>
                </c:pt>
                <c:pt idx="26">
                  <c:v>422</c:v>
                </c:pt>
                <c:pt idx="27">
                  <c:v>423</c:v>
                </c:pt>
                <c:pt idx="28">
                  <c:v>424</c:v>
                </c:pt>
                <c:pt idx="29">
                  <c:v>425</c:v>
                </c:pt>
                <c:pt idx="30">
                  <c:v>426</c:v>
                </c:pt>
                <c:pt idx="31">
                  <c:v>427</c:v>
                </c:pt>
                <c:pt idx="32">
                  <c:v>428</c:v>
                </c:pt>
                <c:pt idx="33">
                  <c:v>429</c:v>
                </c:pt>
                <c:pt idx="34">
                  <c:v>430</c:v>
                </c:pt>
                <c:pt idx="35">
                  <c:v>431</c:v>
                </c:pt>
                <c:pt idx="36">
                  <c:v>432</c:v>
                </c:pt>
                <c:pt idx="37">
                  <c:v>433</c:v>
                </c:pt>
                <c:pt idx="38">
                  <c:v>434</c:v>
                </c:pt>
                <c:pt idx="39">
                  <c:v>435</c:v>
                </c:pt>
                <c:pt idx="40">
                  <c:v>436</c:v>
                </c:pt>
                <c:pt idx="41">
                  <c:v>437</c:v>
                </c:pt>
                <c:pt idx="42">
                  <c:v>438</c:v>
                </c:pt>
                <c:pt idx="43">
                  <c:v>439</c:v>
                </c:pt>
                <c:pt idx="44">
                  <c:v>440</c:v>
                </c:pt>
                <c:pt idx="45">
                  <c:v>441</c:v>
                </c:pt>
                <c:pt idx="46">
                  <c:v>442</c:v>
                </c:pt>
                <c:pt idx="47">
                  <c:v>443</c:v>
                </c:pt>
                <c:pt idx="48">
                  <c:v>444</c:v>
                </c:pt>
                <c:pt idx="49">
                  <c:v>445</c:v>
                </c:pt>
                <c:pt idx="50">
                  <c:v>446</c:v>
                </c:pt>
                <c:pt idx="51">
                  <c:v>447</c:v>
                </c:pt>
                <c:pt idx="52">
                  <c:v>448</c:v>
                </c:pt>
                <c:pt idx="53">
                  <c:v>449</c:v>
                </c:pt>
                <c:pt idx="54">
                  <c:v>450</c:v>
                </c:pt>
                <c:pt idx="55">
                  <c:v>451</c:v>
                </c:pt>
                <c:pt idx="56">
                  <c:v>452</c:v>
                </c:pt>
                <c:pt idx="57">
                  <c:v>453</c:v>
                </c:pt>
                <c:pt idx="58">
                  <c:v>454</c:v>
                </c:pt>
                <c:pt idx="59">
                  <c:v>455</c:v>
                </c:pt>
                <c:pt idx="60">
                  <c:v>456</c:v>
                </c:pt>
                <c:pt idx="61">
                  <c:v>457</c:v>
                </c:pt>
                <c:pt idx="62">
                  <c:v>458</c:v>
                </c:pt>
                <c:pt idx="63">
                  <c:v>459</c:v>
                </c:pt>
                <c:pt idx="64">
                  <c:v>460</c:v>
                </c:pt>
                <c:pt idx="65">
                  <c:v>461</c:v>
                </c:pt>
                <c:pt idx="66">
                  <c:v>462</c:v>
                </c:pt>
                <c:pt idx="67">
                  <c:v>463</c:v>
                </c:pt>
                <c:pt idx="68">
                  <c:v>464</c:v>
                </c:pt>
                <c:pt idx="69">
                  <c:v>465</c:v>
                </c:pt>
                <c:pt idx="70">
                  <c:v>466</c:v>
                </c:pt>
                <c:pt idx="71">
                  <c:v>467</c:v>
                </c:pt>
                <c:pt idx="72">
                  <c:v>468</c:v>
                </c:pt>
                <c:pt idx="73">
                  <c:v>469</c:v>
                </c:pt>
                <c:pt idx="74">
                  <c:v>470</c:v>
                </c:pt>
                <c:pt idx="75">
                  <c:v>471</c:v>
                </c:pt>
                <c:pt idx="76">
                  <c:v>472</c:v>
                </c:pt>
                <c:pt idx="77">
                  <c:v>473</c:v>
                </c:pt>
                <c:pt idx="78">
                  <c:v>474</c:v>
                </c:pt>
                <c:pt idx="79">
                  <c:v>475</c:v>
                </c:pt>
                <c:pt idx="80">
                  <c:v>476</c:v>
                </c:pt>
                <c:pt idx="81">
                  <c:v>477</c:v>
                </c:pt>
                <c:pt idx="82">
                  <c:v>478</c:v>
                </c:pt>
                <c:pt idx="83">
                  <c:v>479</c:v>
                </c:pt>
                <c:pt idx="84">
                  <c:v>480</c:v>
                </c:pt>
                <c:pt idx="85">
                  <c:v>481</c:v>
                </c:pt>
                <c:pt idx="86">
                  <c:v>482</c:v>
                </c:pt>
                <c:pt idx="87">
                  <c:v>483</c:v>
                </c:pt>
                <c:pt idx="88">
                  <c:v>484</c:v>
                </c:pt>
                <c:pt idx="89">
                  <c:v>485</c:v>
                </c:pt>
                <c:pt idx="90">
                  <c:v>486</c:v>
                </c:pt>
                <c:pt idx="91">
                  <c:v>487</c:v>
                </c:pt>
                <c:pt idx="92">
                  <c:v>488</c:v>
                </c:pt>
                <c:pt idx="93">
                  <c:v>489</c:v>
                </c:pt>
                <c:pt idx="94">
                  <c:v>490</c:v>
                </c:pt>
                <c:pt idx="95">
                  <c:v>491</c:v>
                </c:pt>
                <c:pt idx="96">
                  <c:v>492</c:v>
                </c:pt>
                <c:pt idx="97">
                  <c:v>493</c:v>
                </c:pt>
                <c:pt idx="98">
                  <c:v>494</c:v>
                </c:pt>
                <c:pt idx="99">
                  <c:v>495</c:v>
                </c:pt>
                <c:pt idx="100">
                  <c:v>496</c:v>
                </c:pt>
                <c:pt idx="101">
                  <c:v>497</c:v>
                </c:pt>
                <c:pt idx="102">
                  <c:v>498</c:v>
                </c:pt>
                <c:pt idx="103">
                  <c:v>499</c:v>
                </c:pt>
                <c:pt idx="104">
                  <c:v>500</c:v>
                </c:pt>
                <c:pt idx="105">
                  <c:v>501</c:v>
                </c:pt>
                <c:pt idx="106">
                  <c:v>502</c:v>
                </c:pt>
                <c:pt idx="107">
                  <c:v>503</c:v>
                </c:pt>
                <c:pt idx="108">
                  <c:v>504</c:v>
                </c:pt>
                <c:pt idx="109">
                  <c:v>505</c:v>
                </c:pt>
                <c:pt idx="110">
                  <c:v>506</c:v>
                </c:pt>
                <c:pt idx="111">
                  <c:v>507</c:v>
                </c:pt>
                <c:pt idx="112">
                  <c:v>508</c:v>
                </c:pt>
                <c:pt idx="113">
                  <c:v>509</c:v>
                </c:pt>
                <c:pt idx="114">
                  <c:v>510</c:v>
                </c:pt>
                <c:pt idx="115">
                  <c:v>511</c:v>
                </c:pt>
                <c:pt idx="116">
                  <c:v>512</c:v>
                </c:pt>
                <c:pt idx="117">
                  <c:v>513</c:v>
                </c:pt>
                <c:pt idx="118">
                  <c:v>514</c:v>
                </c:pt>
                <c:pt idx="119">
                  <c:v>515</c:v>
                </c:pt>
                <c:pt idx="120">
                  <c:v>516</c:v>
                </c:pt>
                <c:pt idx="121">
                  <c:v>517</c:v>
                </c:pt>
                <c:pt idx="122">
                  <c:v>518</c:v>
                </c:pt>
                <c:pt idx="123">
                  <c:v>519</c:v>
                </c:pt>
                <c:pt idx="124">
                  <c:v>520</c:v>
                </c:pt>
                <c:pt idx="125">
                  <c:v>521</c:v>
                </c:pt>
                <c:pt idx="126">
                  <c:v>522</c:v>
                </c:pt>
                <c:pt idx="127">
                  <c:v>523</c:v>
                </c:pt>
                <c:pt idx="128">
                  <c:v>524</c:v>
                </c:pt>
                <c:pt idx="129">
                  <c:v>525</c:v>
                </c:pt>
                <c:pt idx="130">
                  <c:v>526</c:v>
                </c:pt>
                <c:pt idx="131">
                  <c:v>527</c:v>
                </c:pt>
                <c:pt idx="132">
                  <c:v>528</c:v>
                </c:pt>
                <c:pt idx="133">
                  <c:v>529</c:v>
                </c:pt>
                <c:pt idx="134">
                  <c:v>530</c:v>
                </c:pt>
                <c:pt idx="135">
                  <c:v>531</c:v>
                </c:pt>
                <c:pt idx="136">
                  <c:v>532</c:v>
                </c:pt>
                <c:pt idx="137">
                  <c:v>533</c:v>
                </c:pt>
                <c:pt idx="138">
                  <c:v>534</c:v>
                </c:pt>
                <c:pt idx="139">
                  <c:v>535</c:v>
                </c:pt>
                <c:pt idx="140">
                  <c:v>536</c:v>
                </c:pt>
                <c:pt idx="141">
                  <c:v>537</c:v>
                </c:pt>
                <c:pt idx="142">
                  <c:v>538</c:v>
                </c:pt>
                <c:pt idx="143">
                  <c:v>539</c:v>
                </c:pt>
                <c:pt idx="144">
                  <c:v>540</c:v>
                </c:pt>
                <c:pt idx="145">
                  <c:v>541</c:v>
                </c:pt>
                <c:pt idx="146">
                  <c:v>542</c:v>
                </c:pt>
                <c:pt idx="147">
                  <c:v>543</c:v>
                </c:pt>
                <c:pt idx="148">
                  <c:v>544</c:v>
                </c:pt>
                <c:pt idx="149">
                  <c:v>545</c:v>
                </c:pt>
                <c:pt idx="150">
                  <c:v>546</c:v>
                </c:pt>
                <c:pt idx="151">
                  <c:v>547</c:v>
                </c:pt>
                <c:pt idx="152">
                  <c:v>548</c:v>
                </c:pt>
                <c:pt idx="153">
                  <c:v>549</c:v>
                </c:pt>
                <c:pt idx="154">
                  <c:v>550</c:v>
                </c:pt>
                <c:pt idx="155">
                  <c:v>551</c:v>
                </c:pt>
                <c:pt idx="156">
                  <c:v>552</c:v>
                </c:pt>
                <c:pt idx="157">
                  <c:v>553</c:v>
                </c:pt>
                <c:pt idx="158">
                  <c:v>554</c:v>
                </c:pt>
                <c:pt idx="159">
                  <c:v>555</c:v>
                </c:pt>
                <c:pt idx="160">
                  <c:v>556</c:v>
                </c:pt>
                <c:pt idx="161">
                  <c:v>557</c:v>
                </c:pt>
                <c:pt idx="162">
                  <c:v>558</c:v>
                </c:pt>
                <c:pt idx="163">
                  <c:v>559</c:v>
                </c:pt>
                <c:pt idx="164">
                  <c:v>560</c:v>
                </c:pt>
                <c:pt idx="165">
                  <c:v>561</c:v>
                </c:pt>
                <c:pt idx="166">
                  <c:v>562</c:v>
                </c:pt>
                <c:pt idx="167">
                  <c:v>563</c:v>
                </c:pt>
                <c:pt idx="168">
                  <c:v>564</c:v>
                </c:pt>
                <c:pt idx="169">
                  <c:v>565</c:v>
                </c:pt>
                <c:pt idx="170">
                  <c:v>566</c:v>
                </c:pt>
                <c:pt idx="171">
                  <c:v>567</c:v>
                </c:pt>
                <c:pt idx="172">
                  <c:v>568</c:v>
                </c:pt>
                <c:pt idx="173">
                  <c:v>569</c:v>
                </c:pt>
                <c:pt idx="174">
                  <c:v>570</c:v>
                </c:pt>
                <c:pt idx="175">
                  <c:v>571</c:v>
                </c:pt>
                <c:pt idx="176">
                  <c:v>572</c:v>
                </c:pt>
                <c:pt idx="177">
                  <c:v>573</c:v>
                </c:pt>
              </c:numCache>
            </c:numRef>
          </c:xVal>
          <c:yVal>
            <c:numRef>
              <c:f>'Chart Data'!$D$2:$D$179</c:f>
              <c:numCache>
                <c:formatCode>0.00</c:formatCode>
                <c:ptCount val="178"/>
                <c:pt idx="0">
                  <c:v>0.09436116</c:v>
                </c:pt>
                <c:pt idx="1">
                  <c:v>0.09683436</c:v>
                </c:pt>
                <c:pt idx="2">
                  <c:v>0.09802894</c:v>
                </c:pt>
                <c:pt idx="3">
                  <c:v>0.09584939</c:v>
                </c:pt>
                <c:pt idx="4">
                  <c:v>0.09499577</c:v>
                </c:pt>
                <c:pt idx="5">
                  <c:v>0.08983527</c:v>
                </c:pt>
                <c:pt idx="6">
                  <c:v>0.08834618</c:v>
                </c:pt>
                <c:pt idx="7">
                  <c:v>0.08782012</c:v>
                </c:pt>
                <c:pt idx="8">
                  <c:v>0.09098562</c:v>
                </c:pt>
                <c:pt idx="9">
                  <c:v>0.09255357</c:v>
                </c:pt>
                <c:pt idx="10">
                  <c:v>0.09254463</c:v>
                </c:pt>
                <c:pt idx="11">
                  <c:v>0.09272456</c:v>
                </c:pt>
                <c:pt idx="12">
                  <c:v>0.09442026</c:v>
                </c:pt>
                <c:pt idx="13">
                  <c:v>0.09375329</c:v>
                </c:pt>
                <c:pt idx="14">
                  <c:v>0.09094141</c:v>
                </c:pt>
                <c:pt idx="15">
                  <c:v>0.08738318</c:v>
                </c:pt>
                <c:pt idx="16">
                  <c:v>0.08591171</c:v>
                </c:pt>
                <c:pt idx="17">
                  <c:v>0.08434806</c:v>
                </c:pt>
                <c:pt idx="18">
                  <c:v>0.08584734</c:v>
                </c:pt>
                <c:pt idx="19">
                  <c:v>0.08924039</c:v>
                </c:pt>
                <c:pt idx="20">
                  <c:v>0.09103002</c:v>
                </c:pt>
                <c:pt idx="21">
                  <c:v>0.08909177</c:v>
                </c:pt>
                <c:pt idx="22">
                  <c:v>0.08713594</c:v>
                </c:pt>
                <c:pt idx="23">
                  <c:v>0.08473618</c:v>
                </c:pt>
                <c:pt idx="24">
                  <c:v>0.08299793</c:v>
                </c:pt>
                <c:pt idx="25">
                  <c:v>0.08328109</c:v>
                </c:pt>
                <c:pt idx="26">
                  <c:v>0.08406042</c:v>
                </c:pt>
                <c:pt idx="27">
                  <c:v>0.08597245</c:v>
                </c:pt>
                <c:pt idx="28">
                  <c:v>0.08752626</c:v>
                </c:pt>
                <c:pt idx="29">
                  <c:v>0.0880071</c:v>
                </c:pt>
                <c:pt idx="30">
                  <c:v>0.08738163</c:v>
                </c:pt>
                <c:pt idx="31">
                  <c:v>0.08564744</c:v>
                </c:pt>
                <c:pt idx="32">
                  <c:v>0.08373171</c:v>
                </c:pt>
                <c:pt idx="33">
                  <c:v>0.08170176</c:v>
                </c:pt>
                <c:pt idx="34">
                  <c:v>0.08136351</c:v>
                </c:pt>
                <c:pt idx="35">
                  <c:v>0.08240975</c:v>
                </c:pt>
                <c:pt idx="36">
                  <c:v>0.08480986</c:v>
                </c:pt>
                <c:pt idx="37">
                  <c:v>0.08489076</c:v>
                </c:pt>
                <c:pt idx="38">
                  <c:v>0.08649876</c:v>
                </c:pt>
                <c:pt idx="39">
                  <c:v>0.08662692</c:v>
                </c:pt>
                <c:pt idx="40">
                  <c:v>0.08609584</c:v>
                </c:pt>
                <c:pt idx="41">
                  <c:v>0.08537322</c:v>
                </c:pt>
                <c:pt idx="42">
                  <c:v>0.08514987</c:v>
                </c:pt>
                <c:pt idx="43">
                  <c:v>0.08583315</c:v>
                </c:pt>
                <c:pt idx="44">
                  <c:v>0.08664159</c:v>
                </c:pt>
                <c:pt idx="45">
                  <c:v>0.08861228</c:v>
                </c:pt>
                <c:pt idx="46">
                  <c:v>0.08874498</c:v>
                </c:pt>
                <c:pt idx="47">
                  <c:v>0.08926481</c:v>
                </c:pt>
                <c:pt idx="48">
                  <c:v>0.08905257</c:v>
                </c:pt>
                <c:pt idx="49">
                  <c:v>0.08891397</c:v>
                </c:pt>
                <c:pt idx="50">
                  <c:v>0.08775883</c:v>
                </c:pt>
                <c:pt idx="51">
                  <c:v>0.08590211</c:v>
                </c:pt>
                <c:pt idx="52">
                  <c:v>0.08271408</c:v>
                </c:pt>
                <c:pt idx="53">
                  <c:v>0.08043276</c:v>
                </c:pt>
                <c:pt idx="54">
                  <c:v>0.07847388</c:v>
                </c:pt>
                <c:pt idx="55">
                  <c:v>0.07728041</c:v>
                </c:pt>
                <c:pt idx="56">
                  <c:v>0.07890487</c:v>
                </c:pt>
                <c:pt idx="57">
                  <c:v>0.08089771</c:v>
                </c:pt>
                <c:pt idx="58">
                  <c:v>0.08370805</c:v>
                </c:pt>
                <c:pt idx="59">
                  <c:v>0.08600379</c:v>
                </c:pt>
                <c:pt idx="60">
                  <c:v>0.09203399</c:v>
                </c:pt>
                <c:pt idx="61">
                  <c:v>0.09156693</c:v>
                </c:pt>
                <c:pt idx="62">
                  <c:v>0.09252485</c:v>
                </c:pt>
                <c:pt idx="63">
                  <c:v>0.09587381</c:v>
                </c:pt>
                <c:pt idx="64">
                  <c:v>0.09711551</c:v>
                </c:pt>
                <c:pt idx="65">
                  <c:v>0.09915872</c:v>
                </c:pt>
                <c:pt idx="66">
                  <c:v>0.09916553</c:v>
                </c:pt>
                <c:pt idx="67">
                  <c:v>0.1007027</c:v>
                </c:pt>
                <c:pt idx="68">
                  <c:v>0.09976348</c:v>
                </c:pt>
                <c:pt idx="69">
                  <c:v>0.10026414</c:v>
                </c:pt>
                <c:pt idx="70">
                  <c:v>0.10237382</c:v>
                </c:pt>
                <c:pt idx="71">
                  <c:v>0.10331065</c:v>
                </c:pt>
                <c:pt idx="72">
                  <c:v>0.10146374</c:v>
                </c:pt>
                <c:pt idx="73">
                  <c:v>0.10069302</c:v>
                </c:pt>
                <c:pt idx="74">
                  <c:v>0.10278966</c:v>
                </c:pt>
                <c:pt idx="75">
                  <c:v>0.10454215</c:v>
                </c:pt>
                <c:pt idx="76">
                  <c:v>0.10474908</c:v>
                </c:pt>
                <c:pt idx="77">
                  <c:v>0.10380475</c:v>
                </c:pt>
                <c:pt idx="78">
                  <c:v>0.10399492</c:v>
                </c:pt>
                <c:pt idx="79">
                  <c:v>0.10256444</c:v>
                </c:pt>
                <c:pt idx="80">
                  <c:v>0.10234038</c:v>
                </c:pt>
                <c:pt idx="81">
                  <c:v>0.10318621</c:v>
                </c:pt>
                <c:pt idx="82">
                  <c:v>0.10502439</c:v>
                </c:pt>
                <c:pt idx="83">
                  <c:v>0.10646024</c:v>
                </c:pt>
                <c:pt idx="84">
                  <c:v>0.10679512</c:v>
                </c:pt>
                <c:pt idx="85">
                  <c:v>0.1057857</c:v>
                </c:pt>
                <c:pt idx="86">
                  <c:v>0.10297885</c:v>
                </c:pt>
                <c:pt idx="87">
                  <c:v>0.09944159</c:v>
                </c:pt>
                <c:pt idx="88">
                  <c:v>0.0967813</c:v>
                </c:pt>
                <c:pt idx="89">
                  <c:v>0.09664362</c:v>
                </c:pt>
                <c:pt idx="90">
                  <c:v>0.09739824</c:v>
                </c:pt>
                <c:pt idx="91">
                  <c:v>0.09793409</c:v>
                </c:pt>
                <c:pt idx="92">
                  <c:v>0.09896105</c:v>
                </c:pt>
                <c:pt idx="93">
                  <c:v>0.09971067</c:v>
                </c:pt>
                <c:pt idx="94">
                  <c:v>0.1004531</c:v>
                </c:pt>
                <c:pt idx="95">
                  <c:v>0.09827935</c:v>
                </c:pt>
                <c:pt idx="96">
                  <c:v>0.09636142</c:v>
                </c:pt>
                <c:pt idx="97">
                  <c:v>0.09673538</c:v>
                </c:pt>
                <c:pt idx="98">
                  <c:v>0.09559376</c:v>
                </c:pt>
                <c:pt idx="99">
                  <c:v>0.09559675</c:v>
                </c:pt>
                <c:pt idx="100">
                  <c:v>0.09743638</c:v>
                </c:pt>
                <c:pt idx="101">
                  <c:v>0.09904758</c:v>
                </c:pt>
                <c:pt idx="102">
                  <c:v>0.10128633</c:v>
                </c:pt>
                <c:pt idx="103">
                  <c:v>0.10103201</c:v>
                </c:pt>
                <c:pt idx="104">
                  <c:v>0.10132456</c:v>
                </c:pt>
                <c:pt idx="105">
                  <c:v>0.09613815</c:v>
                </c:pt>
                <c:pt idx="106">
                  <c:v>0.09269377</c:v>
                </c:pt>
                <c:pt idx="107">
                  <c:v>0.08863758</c:v>
                </c:pt>
                <c:pt idx="108">
                  <c:v>0.08378109</c:v>
                </c:pt>
                <c:pt idx="109">
                  <c:v>0.07886077</c:v>
                </c:pt>
                <c:pt idx="110">
                  <c:v>0.07572424</c:v>
                </c:pt>
                <c:pt idx="111">
                  <c:v>0.07357356</c:v>
                </c:pt>
                <c:pt idx="112">
                  <c:v>0.07228337</c:v>
                </c:pt>
                <c:pt idx="113">
                  <c:v>0.07062651</c:v>
                </c:pt>
                <c:pt idx="114">
                  <c:v>0.06905706</c:v>
                </c:pt>
                <c:pt idx="115">
                  <c:v>0.06731773</c:v>
                </c:pt>
                <c:pt idx="116">
                  <c:v>0.06647356</c:v>
                </c:pt>
                <c:pt idx="117">
                  <c:v>0.06535037</c:v>
                </c:pt>
                <c:pt idx="118">
                  <c:v>0.06357225</c:v>
                </c:pt>
                <c:pt idx="119">
                  <c:v>0.06220633</c:v>
                </c:pt>
                <c:pt idx="120">
                  <c:v>0.06307938</c:v>
                </c:pt>
                <c:pt idx="121">
                  <c:v>0.06230294</c:v>
                </c:pt>
                <c:pt idx="122">
                  <c:v>0.06277943</c:v>
                </c:pt>
                <c:pt idx="123">
                  <c:v>0.06386552</c:v>
                </c:pt>
                <c:pt idx="124">
                  <c:v>0.06492627</c:v>
                </c:pt>
                <c:pt idx="125">
                  <c:v>0.06597294</c:v>
                </c:pt>
                <c:pt idx="126">
                  <c:v>0.06674106</c:v>
                </c:pt>
                <c:pt idx="127">
                  <c:v>0.06705074</c:v>
                </c:pt>
                <c:pt idx="128">
                  <c:v>0.06750684</c:v>
                </c:pt>
                <c:pt idx="129">
                  <c:v>0.06925847</c:v>
                </c:pt>
                <c:pt idx="130">
                  <c:v>0.06915751</c:v>
                </c:pt>
                <c:pt idx="131">
                  <c:v>0.06798729</c:v>
                </c:pt>
                <c:pt idx="132">
                  <c:v>0.06674203</c:v>
                </c:pt>
                <c:pt idx="133">
                  <c:v>0.06517717</c:v>
                </c:pt>
                <c:pt idx="134">
                  <c:v>0.06140362</c:v>
                </c:pt>
                <c:pt idx="135">
                  <c:v>0.05938485</c:v>
                </c:pt>
                <c:pt idx="136">
                  <c:v>0.05886364</c:v>
                </c:pt>
                <c:pt idx="137">
                  <c:v>0.05977502</c:v>
                </c:pt>
                <c:pt idx="138">
                  <c:v>0.0598569</c:v>
                </c:pt>
                <c:pt idx="139">
                  <c:v>0.06192877</c:v>
                </c:pt>
                <c:pt idx="140">
                  <c:v>0.06354302</c:v>
                </c:pt>
                <c:pt idx="141">
                  <c:v>0.06608544</c:v>
                </c:pt>
                <c:pt idx="142">
                  <c:v>0.0667699</c:v>
                </c:pt>
                <c:pt idx="143">
                  <c:v>0.06859354</c:v>
                </c:pt>
                <c:pt idx="144">
                  <c:v>0.07090904</c:v>
                </c:pt>
                <c:pt idx="145">
                  <c:v>0.07366176</c:v>
                </c:pt>
                <c:pt idx="146">
                  <c:v>0.07695289</c:v>
                </c:pt>
                <c:pt idx="147">
                  <c:v>0.08037515</c:v>
                </c:pt>
                <c:pt idx="148">
                  <c:v>0.08309509</c:v>
                </c:pt>
                <c:pt idx="149">
                  <c:v>0.08453428</c:v>
                </c:pt>
                <c:pt idx="150">
                  <c:v>0.08370787</c:v>
                </c:pt>
                <c:pt idx="151">
                  <c:v>0.08255603</c:v>
                </c:pt>
                <c:pt idx="152">
                  <c:v>0.08042148</c:v>
                </c:pt>
                <c:pt idx="153">
                  <c:v>0.07901831</c:v>
                </c:pt>
                <c:pt idx="154">
                  <c:v>0.07518261</c:v>
                </c:pt>
                <c:pt idx="155">
                  <c:v>0.07607603</c:v>
                </c:pt>
                <c:pt idx="156">
                  <c:v>0.07719691</c:v>
                </c:pt>
                <c:pt idx="157">
                  <c:v>0.07775312</c:v>
                </c:pt>
                <c:pt idx="158">
                  <c:v>0.07915931</c:v>
                </c:pt>
                <c:pt idx="159">
                  <c:v>0.07887711</c:v>
                </c:pt>
                <c:pt idx="160">
                  <c:v>0.07632202</c:v>
                </c:pt>
                <c:pt idx="161">
                  <c:v>0.07406841</c:v>
                </c:pt>
                <c:pt idx="162">
                  <c:v>0.07172725</c:v>
                </c:pt>
                <c:pt idx="163">
                  <c:v>0.06964659</c:v>
                </c:pt>
                <c:pt idx="164">
                  <c:v>0.06771089</c:v>
                </c:pt>
                <c:pt idx="165">
                  <c:v>0.07060792</c:v>
                </c:pt>
                <c:pt idx="166">
                  <c:v>0.07339549</c:v>
                </c:pt>
                <c:pt idx="167">
                  <c:v>0.07665174</c:v>
                </c:pt>
                <c:pt idx="168">
                  <c:v>0.08052921</c:v>
                </c:pt>
                <c:pt idx="169">
                  <c:v>0.08347592</c:v>
                </c:pt>
                <c:pt idx="170">
                  <c:v>0.08517205</c:v>
                </c:pt>
                <c:pt idx="171">
                  <c:v>0.08755044</c:v>
                </c:pt>
                <c:pt idx="172">
                  <c:v>0.09036958</c:v>
                </c:pt>
                <c:pt idx="173">
                  <c:v>0.09294482</c:v>
                </c:pt>
                <c:pt idx="174">
                  <c:v>0.09425579</c:v>
                </c:pt>
                <c:pt idx="175">
                  <c:v>0.09501662</c:v>
                </c:pt>
                <c:pt idx="176">
                  <c:v>0.09401569</c:v>
                </c:pt>
                <c:pt idx="177">
                  <c:v>0.09232646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579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midCat"/>
      </c:valAx>
    </c:plotArea>
    <c:plotVisOnly val="1"/>
    <c:dispBlanksAs val="gap"/>
    <c:showDLblsOverMax val="0"/>
    <c:extLst>
      <c:ext uri="{0b15fc19-7d7d-44ad-8c2d-2c3a37ce22c3}">
        <chartProps xmlns="https://web.wps.cn/et/2018/main" chartId="{29e94e76-4c89-49ab-83b7-537ee716feeb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IC</c:f>
              <c:strCache>
                <c:ptCount val="1"/>
                <c:pt idx="0">
                  <c:v>IC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0.03935487</c:v>
                </c:pt>
                <c:pt idx="1">
                  <c:v>0.0653324</c:v>
                </c:pt>
                <c:pt idx="2">
                  <c:v>0.08464994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993c4e3-7ee5-4149-a23d-db5fc8369b38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训练</c:f>
              <c:strCache>
                <c:ptCount val="1"/>
                <c:pt idx="0">
                  <c:v>训练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1日</c:v>
                </c:pt>
                <c:pt idx="1">
                  <c:v>5日</c:v>
                </c:pt>
                <c:pt idx="2">
                  <c:v>20日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0.03977818</c:v>
                </c:pt>
                <c:pt idx="1">
                  <c:v>0.05787661</c:v>
                </c:pt>
                <c:pt idx="2">
                  <c:v>0.08419182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2025</c:f>
              <c:strCache>
                <c:ptCount val="1"/>
                <c:pt idx="0">
                  <c:v>2025</c:v>
                </c:pt>
              </c:strCache>
            </c:strRef>
          </c:tx>
          <c:spPr>
            <a:ln w="17145" cap="rnd">
              <a:solidFill>
                <a:srgbClr val="AB6C3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1日</c:v>
                </c:pt>
                <c:pt idx="1">
                  <c:v>5日</c:v>
                </c:pt>
                <c:pt idx="2">
                  <c:v>20日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0.05212835</c:v>
                </c:pt>
                <c:pt idx="1">
                  <c:v>0.08464994</c:v>
                </c:pt>
                <c:pt idx="2">
                  <c:v>0.10664256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8b2950-9837-46f6-92cc-491c02a6e6a2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窗口收益</c:f>
              <c:strCache>
                <c:ptCount val="1"/>
                <c:pt idx="0">
                  <c:v>窗口收益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Data'!$A$2:$A$11</c:f>
              <c:strCache>
                <c:ptCount val="1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</c:strCache>
            </c:strRef>
          </c:cat>
          <c:val>
            <c:numRef>
              <c:f>'Chart Data'!$B$2:$B$11</c:f>
              <c:numCache>
                <c:formatCode>0.00</c:formatCode>
                <c:ptCount val="10"/>
                <c:pt idx="0">
                  <c:v>-0.03131201</c:v>
                </c:pt>
                <c:pt idx="1">
                  <c:v>0.48901553</c:v>
                </c:pt>
                <c:pt idx="2">
                  <c:v>0.66154159</c:v>
                </c:pt>
                <c:pt idx="3">
                  <c:v>0.73293387</c:v>
                </c:pt>
                <c:pt idx="4">
                  <c:v>0.79415865</c:v>
                </c:pt>
                <c:pt idx="5">
                  <c:v>0.74692654</c:v>
                </c:pt>
                <c:pt idx="6">
                  <c:v>0.76989263</c:v>
                </c:pt>
                <c:pt idx="7">
                  <c:v>0.83197253</c:v>
                </c:pt>
                <c:pt idx="8">
                  <c:v>0.82728758</c:v>
                </c:pt>
                <c:pt idx="9">
                  <c:v>0.71286733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6af09dd-dbc8-4b56-9bec-d32c6b9dcf77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日IC 连续有效段1</c:f>
              <c:strCache>
                <c:ptCount val="1"/>
                <c:pt idx="0">
                  <c:v>日IC 连续有效段1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xVal>
          <c:yVal>
            <c:numRef>
              <c:f>'Chart Data'!$B$2:$B$217</c:f>
              <c:numCache>
                <c:formatCode>0.00</c:formatCode>
                <c:ptCount val="216"/>
                <c:pt idx="0">
                  <c:v>0.06017201</c:v>
                </c:pt>
                <c:pt idx="1">
                  <c:v>0.12808226</c:v>
                </c:pt>
                <c:pt idx="2">
                  <c:v>0.01535908</c:v>
                </c:pt>
                <c:pt idx="3">
                  <c:v>-0.01646117</c:v>
                </c:pt>
                <c:pt idx="4">
                  <c:v>0.07283608</c:v>
                </c:pt>
                <c:pt idx="5">
                  <c:v>0.01210726</c:v>
                </c:pt>
                <c:pt idx="6">
                  <c:v>0.17314802</c:v>
                </c:pt>
                <c:pt idx="7">
                  <c:v>0.10945936</c:v>
                </c:pt>
                <c:pt idx="8">
                  <c:v>0.01664957</c:v>
                </c:pt>
                <c:pt idx="9">
                  <c:v>-0.03332268</c:v>
                </c:pt>
                <c:pt idx="10">
                  <c:v>-0.04943582</c:v>
                </c:pt>
                <c:pt idx="11">
                  <c:v>-0.14824523</c:v>
                </c:pt>
                <c:pt idx="12">
                  <c:v>0.03956393</c:v>
                </c:pt>
                <c:pt idx="13">
                  <c:v>0.06167381</c:v>
                </c:pt>
                <c:pt idx="14">
                  <c:v>0.11467875</c:v>
                </c:pt>
                <c:pt idx="15">
                  <c:v>0.03975259</c:v>
                </c:pt>
                <c:pt idx="16">
                  <c:v>-0.00099783</c:v>
                </c:pt>
                <c:pt idx="17">
                  <c:v>0.09661846</c:v>
                </c:pt>
                <c:pt idx="18">
                  <c:v>0.09823486</c:v>
                </c:pt>
                <c:pt idx="19">
                  <c:v>0.0659301</c:v>
                </c:pt>
                <c:pt idx="20">
                  <c:v>0.12795662</c:v>
                </c:pt>
                <c:pt idx="21">
                  <c:v>0.1443712</c:v>
                </c:pt>
                <c:pt idx="22">
                  <c:v>0.19326008</c:v>
                </c:pt>
                <c:pt idx="23">
                  <c:v>0.20063221</c:v>
                </c:pt>
                <c:pt idx="24">
                  <c:v>0.2031901</c:v>
                </c:pt>
                <c:pt idx="25">
                  <c:v>0.09814956</c:v>
                </c:pt>
                <c:pt idx="26">
                  <c:v>0.03400687</c:v>
                </c:pt>
                <c:pt idx="27">
                  <c:v>-0.03633805</c:v>
                </c:pt>
                <c:pt idx="28">
                  <c:v>-0.01968287</c:v>
                </c:pt>
                <c:pt idx="29">
                  <c:v>-0.05833942</c:v>
                </c:pt>
                <c:pt idx="30">
                  <c:v>-0.0480294</c:v>
                </c:pt>
                <c:pt idx="31">
                  <c:v>0.0063594</c:v>
                </c:pt>
                <c:pt idx="32">
                  <c:v>-0.05109445</c:v>
                </c:pt>
                <c:pt idx="33">
                  <c:v>-0.0603978</c:v>
                </c:pt>
                <c:pt idx="34">
                  <c:v>0.01070128</c:v>
                </c:pt>
                <c:pt idx="35">
                  <c:v>-0.01326954</c:v>
                </c:pt>
                <c:pt idx="36">
                  <c:v>0.0452284</c:v>
                </c:pt>
                <c:pt idx="37">
                  <c:v>0.09285663</c:v>
                </c:pt>
                <c:pt idx="38">
                  <c:v>0.07503768</c:v>
                </c:pt>
                <c:pt idx="39">
                  <c:v>0.15887729</c:v>
                </c:pt>
                <c:pt idx="40">
                  <c:v>0.12702511</c:v>
                </c:pt>
                <c:pt idx="41">
                  <c:v>0.08756494</c:v>
                </c:pt>
                <c:pt idx="42">
                  <c:v>0.09779651</c:v>
                </c:pt>
                <c:pt idx="43">
                  <c:v>0.06346336</c:v>
                </c:pt>
                <c:pt idx="44">
                  <c:v>0.05164431</c:v>
                </c:pt>
                <c:pt idx="45">
                  <c:v>0.02286037</c:v>
                </c:pt>
                <c:pt idx="46">
                  <c:v>0.00721571</c:v>
                </c:pt>
                <c:pt idx="47">
                  <c:v>0.06669741</c:v>
                </c:pt>
                <c:pt idx="48">
                  <c:v>0.06368573</c:v>
                </c:pt>
                <c:pt idx="49">
                  <c:v>0.02697319</c:v>
                </c:pt>
                <c:pt idx="50">
                  <c:v>-0.06899698</c:v>
                </c:pt>
                <c:pt idx="51">
                  <c:v>-0.09741386</c:v>
                </c:pt>
                <c:pt idx="52">
                  <c:v>-0.16764082</c:v>
                </c:pt>
                <c:pt idx="53">
                  <c:v>-0.18096916</c:v>
                </c:pt>
                <c:pt idx="54">
                  <c:v>-0.10733234</c:v>
                </c:pt>
                <c:pt idx="55">
                  <c:v>-0.02348552</c:v>
                </c:pt>
                <c:pt idx="56">
                  <c:v>-0.0649271</c:v>
                </c:pt>
                <c:pt idx="57">
                  <c:v>0.01738857</c:v>
                </c:pt>
                <c:pt idx="58">
                  <c:v>-0.0305197</c:v>
                </c:pt>
                <c:pt idx="59">
                  <c:v>-0.0241322</c:v>
                </c:pt>
                <c:pt idx="60">
                  <c:v>-0.03788228</c:v>
                </c:pt>
                <c:pt idx="61">
                  <c:v>0.12608335</c:v>
                </c:pt>
                <c:pt idx="62">
                  <c:v>0.12584777</c:v>
                </c:pt>
                <c:pt idx="63">
                  <c:v>0.1520397</c:v>
                </c:pt>
                <c:pt idx="64">
                  <c:v>0.22670254</c:v>
                </c:pt>
                <c:pt idx="65">
                  <c:v>0.23157157</c:v>
                </c:pt>
                <c:pt idx="66">
                  <c:v>0.13366355</c:v>
                </c:pt>
                <c:pt idx="67">
                  <c:v>0.08680963</c:v>
                </c:pt>
                <c:pt idx="68">
                  <c:v>0.12898937</c:v>
                </c:pt>
                <c:pt idx="69">
                  <c:v>-0.02192911</c:v>
                </c:pt>
                <c:pt idx="70">
                  <c:v>0.06168773</c:v>
                </c:pt>
                <c:pt idx="71">
                  <c:v>0.15026707</c:v>
                </c:pt>
                <c:pt idx="72">
                  <c:v>0.09003735</c:v>
                </c:pt>
                <c:pt idx="73">
                  <c:v>0.10474288</c:v>
                </c:pt>
                <c:pt idx="74">
                  <c:v>0.04352947</c:v>
                </c:pt>
                <c:pt idx="75">
                  <c:v>0.09080234</c:v>
                </c:pt>
                <c:pt idx="76">
                  <c:v>0.02154414</c:v>
                </c:pt>
                <c:pt idx="77">
                  <c:v>-0.01450361</c:v>
                </c:pt>
                <c:pt idx="78">
                  <c:v>0.03563347</c:v>
                </c:pt>
                <c:pt idx="79">
                  <c:v>0.16600872</c:v>
                </c:pt>
                <c:pt idx="80">
                  <c:v>0.24029091</c:v>
                </c:pt>
                <c:pt idx="81">
                  <c:v>0.20136975</c:v>
                </c:pt>
                <c:pt idx="82">
                  <c:v>0.13494178</c:v>
                </c:pt>
                <c:pt idx="83">
                  <c:v>0.10045298</c:v>
                </c:pt>
                <c:pt idx="84">
                  <c:v>0.10165861</c:v>
                </c:pt>
                <c:pt idx="85">
                  <c:v>0.05675206</c:v>
                </c:pt>
                <c:pt idx="86">
                  <c:v>0.14437232</c:v>
                </c:pt>
                <c:pt idx="87">
                  <c:v>0.05081963</c:v>
                </c:pt>
                <c:pt idx="88">
                  <c:v>0.04832875</c:v>
                </c:pt>
                <c:pt idx="89">
                  <c:v>-0.03802982</c:v>
                </c:pt>
                <c:pt idx="90">
                  <c:v>0.14961811</c:v>
                </c:pt>
                <c:pt idx="91">
                  <c:v>0.17052556</c:v>
                </c:pt>
                <c:pt idx="92">
                  <c:v>0.17115996</c:v>
                </c:pt>
                <c:pt idx="93">
                  <c:v>0.21960353</c:v>
                </c:pt>
                <c:pt idx="94">
                  <c:v>0.17949714</c:v>
                </c:pt>
                <c:pt idx="95">
                  <c:v>0.14633323</c:v>
                </c:pt>
                <c:pt idx="96">
                  <c:v>0.11249767</c:v>
                </c:pt>
                <c:pt idx="97">
                  <c:v>0.07892635</c:v>
                </c:pt>
                <c:pt idx="98">
                  <c:v>0.13084291</c:v>
                </c:pt>
                <c:pt idx="99">
                  <c:v>0.17601472</c:v>
                </c:pt>
                <c:pt idx="100">
                  <c:v>0.09041266</c:v>
                </c:pt>
                <c:pt idx="101">
                  <c:v>0.14653603</c:v>
                </c:pt>
                <c:pt idx="102">
                  <c:v>0.09094205</c:v>
                </c:pt>
                <c:pt idx="103">
                  <c:v>0.069312</c:v>
                </c:pt>
                <c:pt idx="104">
                  <c:v>0.0537702</c:v>
                </c:pt>
                <c:pt idx="105">
                  <c:v>-0.03180937</c:v>
                </c:pt>
                <c:pt idx="106">
                  <c:v>-0.0621085</c:v>
                </c:pt>
                <c:pt idx="107">
                  <c:v>0.11735137</c:v>
                </c:pt>
                <c:pt idx="108">
                  <c:v>0.11002234</c:v>
                </c:pt>
                <c:pt idx="109">
                  <c:v>0.07299532</c:v>
                </c:pt>
                <c:pt idx="110">
                  <c:v>0.24055333</c:v>
                </c:pt>
                <c:pt idx="111">
                  <c:v>0.16973525</c:v>
                </c:pt>
                <c:pt idx="112">
                  <c:v>0.13944898</c:v>
                </c:pt>
                <c:pt idx="113">
                  <c:v>0.03598843</c:v>
                </c:pt>
                <c:pt idx="114">
                  <c:v>0.01416073</c:v>
                </c:pt>
                <c:pt idx="115">
                  <c:v>-0.07804745</c:v>
                </c:pt>
                <c:pt idx="116">
                  <c:v>-0.09299835</c:v>
                </c:pt>
                <c:pt idx="117">
                  <c:v>-0.0584283</c:v>
                </c:pt>
                <c:pt idx="118">
                  <c:v>-0.06379851</c:v>
                </c:pt>
                <c:pt idx="119">
                  <c:v>-0.18685754</c:v>
                </c:pt>
                <c:pt idx="120">
                  <c:v>0.05299505</c:v>
                </c:pt>
                <c:pt idx="121">
                  <c:v>0.1074505</c:v>
                </c:pt>
                <c:pt idx="122">
                  <c:v>-0.03414223</c:v>
                </c:pt>
                <c:pt idx="123">
                  <c:v>-0.02435045</c:v>
                </c:pt>
                <c:pt idx="124">
                  <c:v>-0.12416029</c:v>
                </c:pt>
                <c:pt idx="125">
                  <c:v>-0.05244967</c:v>
                </c:pt>
                <c:pt idx="126">
                  <c:v>-0.08174786</c:v>
                </c:pt>
                <c:pt idx="127">
                  <c:v>-0.08105706</c:v>
                </c:pt>
                <c:pt idx="128">
                  <c:v>-0.10996439</c:v>
                </c:pt>
                <c:pt idx="129">
                  <c:v>-0.08517273</c:v>
                </c:pt>
                <c:pt idx="130">
                  <c:v>-0.03963959</c:v>
                </c:pt>
                <c:pt idx="131">
                  <c:v>-0.02519122</c:v>
                </c:pt>
                <c:pt idx="132">
                  <c:v>-0.00523627</c:v>
                </c:pt>
                <c:pt idx="133">
                  <c:v>0.06820966</c:v>
                </c:pt>
                <c:pt idx="134">
                  <c:v>0.10969513</c:v>
                </c:pt>
                <c:pt idx="135">
                  <c:v>0.18467594</c:v>
                </c:pt>
                <c:pt idx="136">
                  <c:v>0.10409484</c:v>
                </c:pt>
                <c:pt idx="137">
                  <c:v>0.10951635</c:v>
                </c:pt>
                <c:pt idx="138">
                  <c:v>0.06069076</c:v>
                </c:pt>
                <c:pt idx="139">
                  <c:v>0.0477108</c:v>
                </c:pt>
                <c:pt idx="140">
                  <c:v>0.06885293</c:v>
                </c:pt>
                <c:pt idx="141">
                  <c:v>0.08316337</c:v>
                </c:pt>
                <c:pt idx="142">
                  <c:v>0.04937929</c:v>
                </c:pt>
                <c:pt idx="143">
                  <c:v>0.07276018</c:v>
                </c:pt>
                <c:pt idx="144">
                  <c:v>0.12833253</c:v>
                </c:pt>
                <c:pt idx="145">
                  <c:v>0.19288977</c:v>
                </c:pt>
                <c:pt idx="146">
                  <c:v>0.12716866</c:v>
                </c:pt>
                <c:pt idx="147">
                  <c:v>0.1867867</c:v>
                </c:pt>
                <c:pt idx="148">
                  <c:v>0.089105</c:v>
                </c:pt>
                <c:pt idx="149">
                  <c:v>0.20220581</c:v>
                </c:pt>
                <c:pt idx="150">
                  <c:v>0.13449479</c:v>
                </c:pt>
                <c:pt idx="151">
                  <c:v>0.19492356</c:v>
                </c:pt>
                <c:pt idx="152">
                  <c:v>0.09130386</c:v>
                </c:pt>
                <c:pt idx="153">
                  <c:v>0.15926831</c:v>
                </c:pt>
                <c:pt idx="154">
                  <c:v>0.11339225</c:v>
                </c:pt>
                <c:pt idx="155">
                  <c:v>0.09814596</c:v>
                </c:pt>
                <c:pt idx="156">
                  <c:v>0.17130485</c:v>
                </c:pt>
                <c:pt idx="157">
                  <c:v>0.15377086</c:v>
                </c:pt>
                <c:pt idx="158">
                  <c:v>0.18299429</c:v>
                </c:pt>
                <c:pt idx="159">
                  <c:v>0.14484973</c:v>
                </c:pt>
                <c:pt idx="160">
                  <c:v>0.1120919</c:v>
                </c:pt>
                <c:pt idx="161">
                  <c:v>0.06308707</c:v>
                </c:pt>
                <c:pt idx="162">
                  <c:v>0.08682139</c:v>
                </c:pt>
                <c:pt idx="163">
                  <c:v>0.07813655</c:v>
                </c:pt>
                <c:pt idx="164">
                  <c:v>0.10768141</c:v>
                </c:pt>
                <c:pt idx="165">
                  <c:v>0.09945142</c:v>
                </c:pt>
                <c:pt idx="166">
                  <c:v>0.08484777</c:v>
                </c:pt>
                <c:pt idx="167">
                  <c:v>0.02779014</c:v>
                </c:pt>
                <c:pt idx="168">
                  <c:v>0.09621574</c:v>
                </c:pt>
                <c:pt idx="169">
                  <c:v>0.09211084</c:v>
                </c:pt>
                <c:pt idx="170">
                  <c:v>0.07180556</c:v>
                </c:pt>
                <c:pt idx="171">
                  <c:v>0.05066991</c:v>
                </c:pt>
                <c:pt idx="172">
                  <c:v>0.04169869</c:v>
                </c:pt>
                <c:pt idx="173">
                  <c:v>0.05108212</c:v>
                </c:pt>
                <c:pt idx="174">
                  <c:v>0.11814024</c:v>
                </c:pt>
                <c:pt idx="175">
                  <c:v>0.08755939</c:v>
                </c:pt>
                <c:pt idx="176">
                  <c:v>0.0441105</c:v>
                </c:pt>
                <c:pt idx="177">
                  <c:v>0.04195302</c:v>
                </c:pt>
                <c:pt idx="178">
                  <c:v>0.08752894</c:v>
                </c:pt>
                <c:pt idx="179">
                  <c:v>-0.0047276</c:v>
                </c:pt>
                <c:pt idx="180">
                  <c:v>0.00561372</c:v>
                </c:pt>
                <c:pt idx="181">
                  <c:v>-0.04093046</c:v>
                </c:pt>
                <c:pt idx="182">
                  <c:v>0.02914723</c:v>
                </c:pt>
                <c:pt idx="183">
                  <c:v>0.07398805</c:v>
                </c:pt>
                <c:pt idx="184">
                  <c:v>0.07523123</c:v>
                </c:pt>
                <c:pt idx="185">
                  <c:v>0.09439415</c:v>
                </c:pt>
                <c:pt idx="186">
                  <c:v>0.08737299</c:v>
                </c:pt>
                <c:pt idx="187">
                  <c:v>0.04339001</c:v>
                </c:pt>
                <c:pt idx="188">
                  <c:v>-0.02816326</c:v>
                </c:pt>
                <c:pt idx="189">
                  <c:v>-0.0019462</c:v>
                </c:pt>
                <c:pt idx="190">
                  <c:v>-0.00552955</c:v>
                </c:pt>
                <c:pt idx="191">
                  <c:v>-0.0268057</c:v>
                </c:pt>
                <c:pt idx="192">
                  <c:v>0.02306967</c:v>
                </c:pt>
                <c:pt idx="193">
                  <c:v>0.03778858</c:v>
                </c:pt>
                <c:pt idx="194">
                  <c:v>0.0790753</c:v>
                </c:pt>
                <c:pt idx="195">
                  <c:v>0.00117366</c:v>
                </c:pt>
                <c:pt idx="196">
                  <c:v>-0.03292333</c:v>
                </c:pt>
                <c:pt idx="197">
                  <c:v>-0.15945752</c:v>
                </c:pt>
                <c:pt idx="198">
                  <c:v>-0.12913045</c:v>
                </c:pt>
                <c:pt idx="199">
                  <c:v>-0.06348642</c:v>
                </c:pt>
                <c:pt idx="200">
                  <c:v>-0.02433113</c:v>
                </c:pt>
                <c:pt idx="201">
                  <c:v>0.05680414</c:v>
                </c:pt>
                <c:pt idx="202">
                  <c:v>0.16234172</c:v>
                </c:pt>
                <c:pt idx="203">
                  <c:v>0.12064712</c:v>
                </c:pt>
                <c:pt idx="204">
                  <c:v>0.13600758</c:v>
                </c:pt>
                <c:pt idx="205">
                  <c:v>0.1535323</c:v>
                </c:pt>
                <c:pt idx="206">
                  <c:v>0.05901808</c:v>
                </c:pt>
                <c:pt idx="207">
                  <c:v>0.09618878</c:v>
                </c:pt>
                <c:pt idx="208">
                  <c:v>0.06935553</c:v>
                </c:pt>
                <c:pt idx="209">
                  <c:v>0.02086931</c:v>
                </c:pt>
                <c:pt idx="210">
                  <c:v>0.06595799</c:v>
                </c:pt>
                <c:pt idx="211">
                  <c:v>0.1135432</c:v>
                </c:pt>
                <c:pt idx="212">
                  <c:v>0.13838506</c:v>
                </c:pt>
                <c:pt idx="213">
                  <c:v>0.07829753</c:v>
                </c:pt>
                <c:pt idx="214">
                  <c:v>0.05280055</c:v>
                </c:pt>
                <c:pt idx="215">
                  <c:v>0.0993036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日IC 连续有效段2</c:f>
              <c:strCache>
                <c:ptCount val="1"/>
                <c:pt idx="0">
                  <c:v>日IC 连续有效段2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Data'!$C$2:$C$34</c:f>
              <c:numCache>
                <c:formatCode>General</c:formatCode>
                <c:ptCount val="33"/>
                <c:pt idx="0">
                  <c:v>217</c:v>
                </c:pt>
                <c:pt idx="1">
                  <c:v>218</c:v>
                </c:pt>
                <c:pt idx="2">
                  <c:v>219</c:v>
                </c:pt>
                <c:pt idx="3">
                  <c:v>220</c:v>
                </c:pt>
                <c:pt idx="4">
                  <c:v>221</c:v>
                </c:pt>
                <c:pt idx="5">
                  <c:v>222</c:v>
                </c:pt>
                <c:pt idx="6">
                  <c:v>223</c:v>
                </c:pt>
                <c:pt idx="7">
                  <c:v>224</c:v>
                </c:pt>
                <c:pt idx="8">
                  <c:v>225</c:v>
                </c:pt>
                <c:pt idx="9">
                  <c:v>226</c:v>
                </c:pt>
                <c:pt idx="10">
                  <c:v>227</c:v>
                </c:pt>
                <c:pt idx="11">
                  <c:v>228</c:v>
                </c:pt>
                <c:pt idx="12">
                  <c:v>229</c:v>
                </c:pt>
                <c:pt idx="13">
                  <c:v>230</c:v>
                </c:pt>
                <c:pt idx="14">
                  <c:v>231</c:v>
                </c:pt>
                <c:pt idx="15">
                  <c:v>232</c:v>
                </c:pt>
                <c:pt idx="16">
                  <c:v>233</c:v>
                </c:pt>
                <c:pt idx="17">
                  <c:v>234</c:v>
                </c:pt>
                <c:pt idx="18">
                  <c:v>235</c:v>
                </c:pt>
                <c:pt idx="19">
                  <c:v>236</c:v>
                </c:pt>
                <c:pt idx="20">
                  <c:v>237</c:v>
                </c:pt>
                <c:pt idx="21">
                  <c:v>238</c:v>
                </c:pt>
                <c:pt idx="22">
                  <c:v>239</c:v>
                </c:pt>
                <c:pt idx="23">
                  <c:v>240</c:v>
                </c:pt>
                <c:pt idx="24">
                  <c:v>241</c:v>
                </c:pt>
                <c:pt idx="25">
                  <c:v>242</c:v>
                </c:pt>
                <c:pt idx="26">
                  <c:v>243</c:v>
                </c:pt>
                <c:pt idx="27">
                  <c:v>244</c:v>
                </c:pt>
                <c:pt idx="28">
                  <c:v>245</c:v>
                </c:pt>
                <c:pt idx="29">
                  <c:v>246</c:v>
                </c:pt>
                <c:pt idx="30">
                  <c:v>247</c:v>
                </c:pt>
                <c:pt idx="31">
                  <c:v>248</c:v>
                </c:pt>
                <c:pt idx="32">
                  <c:v>249</c:v>
                </c:pt>
              </c:numCache>
            </c:numRef>
          </c:xVal>
          <c:yVal>
            <c:numRef>
              <c:f>'Chart Data'!$D$2:$D$34</c:f>
              <c:numCache>
                <c:formatCode>0.00</c:formatCode>
                <c:ptCount val="33"/>
                <c:pt idx="0">
                  <c:v>0.03021495</c:v>
                </c:pt>
                <c:pt idx="1">
                  <c:v>0.04332123</c:v>
                </c:pt>
                <c:pt idx="2">
                  <c:v>0.03074547</c:v>
                </c:pt>
                <c:pt idx="3">
                  <c:v>0.03301724</c:v>
                </c:pt>
                <c:pt idx="4">
                  <c:v>-0.03433729</c:v>
                </c:pt>
                <c:pt idx="5">
                  <c:v>-0.02633927</c:v>
                </c:pt>
                <c:pt idx="6">
                  <c:v>0.00657263</c:v>
                </c:pt>
                <c:pt idx="7">
                  <c:v>-0.09556517</c:v>
                </c:pt>
                <c:pt idx="8">
                  <c:v>-0.03726889</c:v>
                </c:pt>
                <c:pt idx="9">
                  <c:v>-0.01182756</c:v>
                </c:pt>
                <c:pt idx="10">
                  <c:v>-0.03046958</c:v>
                </c:pt>
                <c:pt idx="11">
                  <c:v>-0.01921906</c:v>
                </c:pt>
                <c:pt idx="12">
                  <c:v>0.0394991</c:v>
                </c:pt>
                <c:pt idx="13">
                  <c:v>0.06762299</c:v>
                </c:pt>
                <c:pt idx="14">
                  <c:v>0.03677355</c:v>
                </c:pt>
                <c:pt idx="15">
                  <c:v>0.09357023</c:v>
                </c:pt>
                <c:pt idx="16">
                  <c:v>0.11655279</c:v>
                </c:pt>
                <c:pt idx="17">
                  <c:v>0.11739247</c:v>
                </c:pt>
                <c:pt idx="18">
                  <c:v>0.18988577</c:v>
                </c:pt>
                <c:pt idx="19">
                  <c:v>0.15591084</c:v>
                </c:pt>
                <c:pt idx="20">
                  <c:v>0.17258997</c:v>
                </c:pt>
                <c:pt idx="21">
                  <c:v>0.14620356</c:v>
                </c:pt>
                <c:pt idx="22">
                  <c:v>0.08651474</c:v>
                </c:pt>
                <c:pt idx="23">
                  <c:v>0.02019276</c:v>
                </c:pt>
                <c:pt idx="24">
                  <c:v>-0.0673081</c:v>
                </c:pt>
                <c:pt idx="25">
                  <c:v>0.01384756</c:v>
                </c:pt>
                <c:pt idx="26">
                  <c:v>-0.02354101</c:v>
                </c:pt>
                <c:pt idx="27">
                  <c:v>0.03681105</c:v>
                </c:pt>
                <c:pt idx="28">
                  <c:v>0.07503139</c:v>
                </c:pt>
                <c:pt idx="29">
                  <c:v>0.08133894</c:v>
                </c:pt>
                <c:pt idx="30">
                  <c:v>0.09602796</c:v>
                </c:pt>
                <c:pt idx="31">
                  <c:v>0.15197118</c:v>
                </c:pt>
                <c:pt idx="32">
                  <c:v>0.17402829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日IC 连续有效段3</c:f>
              <c:strCache>
                <c:ptCount val="1"/>
                <c:pt idx="0">
                  <c:v>日IC 连续有效段3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Data'!$E$2:$E$81</c:f>
              <c:numCache>
                <c:formatCode>General</c:formatCode>
                <c:ptCount val="80"/>
                <c:pt idx="0">
                  <c:v>251</c:v>
                </c:pt>
                <c:pt idx="1">
                  <c:v>252</c:v>
                </c:pt>
                <c:pt idx="2">
                  <c:v>253</c:v>
                </c:pt>
                <c:pt idx="3">
                  <c:v>254</c:v>
                </c:pt>
                <c:pt idx="4">
                  <c:v>255</c:v>
                </c:pt>
                <c:pt idx="5">
                  <c:v>256</c:v>
                </c:pt>
                <c:pt idx="6">
                  <c:v>257</c:v>
                </c:pt>
                <c:pt idx="7">
                  <c:v>258</c:v>
                </c:pt>
                <c:pt idx="8">
                  <c:v>259</c:v>
                </c:pt>
                <c:pt idx="9">
                  <c:v>260</c:v>
                </c:pt>
                <c:pt idx="10">
                  <c:v>261</c:v>
                </c:pt>
                <c:pt idx="11">
                  <c:v>262</c:v>
                </c:pt>
                <c:pt idx="12">
                  <c:v>263</c:v>
                </c:pt>
                <c:pt idx="13">
                  <c:v>264</c:v>
                </c:pt>
                <c:pt idx="14">
                  <c:v>265</c:v>
                </c:pt>
                <c:pt idx="15">
                  <c:v>266</c:v>
                </c:pt>
                <c:pt idx="16">
                  <c:v>267</c:v>
                </c:pt>
                <c:pt idx="17">
                  <c:v>268</c:v>
                </c:pt>
                <c:pt idx="18">
                  <c:v>269</c:v>
                </c:pt>
                <c:pt idx="19">
                  <c:v>270</c:v>
                </c:pt>
                <c:pt idx="20">
                  <c:v>271</c:v>
                </c:pt>
                <c:pt idx="21">
                  <c:v>272</c:v>
                </c:pt>
                <c:pt idx="22">
                  <c:v>273</c:v>
                </c:pt>
                <c:pt idx="23">
                  <c:v>274</c:v>
                </c:pt>
                <c:pt idx="24">
                  <c:v>275</c:v>
                </c:pt>
                <c:pt idx="25">
                  <c:v>276</c:v>
                </c:pt>
                <c:pt idx="26">
                  <c:v>277</c:v>
                </c:pt>
                <c:pt idx="27">
                  <c:v>278</c:v>
                </c:pt>
                <c:pt idx="28">
                  <c:v>279</c:v>
                </c:pt>
                <c:pt idx="29">
                  <c:v>280</c:v>
                </c:pt>
                <c:pt idx="30">
                  <c:v>281</c:v>
                </c:pt>
                <c:pt idx="31">
                  <c:v>282</c:v>
                </c:pt>
                <c:pt idx="32">
                  <c:v>283</c:v>
                </c:pt>
                <c:pt idx="33">
                  <c:v>284</c:v>
                </c:pt>
                <c:pt idx="34">
                  <c:v>285</c:v>
                </c:pt>
                <c:pt idx="35">
                  <c:v>286</c:v>
                </c:pt>
                <c:pt idx="36">
                  <c:v>287</c:v>
                </c:pt>
                <c:pt idx="37">
                  <c:v>288</c:v>
                </c:pt>
                <c:pt idx="38">
                  <c:v>289</c:v>
                </c:pt>
                <c:pt idx="39">
                  <c:v>290</c:v>
                </c:pt>
                <c:pt idx="40">
                  <c:v>291</c:v>
                </c:pt>
                <c:pt idx="41">
                  <c:v>292</c:v>
                </c:pt>
                <c:pt idx="42">
                  <c:v>293</c:v>
                </c:pt>
                <c:pt idx="43">
                  <c:v>294</c:v>
                </c:pt>
                <c:pt idx="44">
                  <c:v>295</c:v>
                </c:pt>
                <c:pt idx="45">
                  <c:v>296</c:v>
                </c:pt>
                <c:pt idx="46">
                  <c:v>297</c:v>
                </c:pt>
                <c:pt idx="47">
                  <c:v>298</c:v>
                </c:pt>
                <c:pt idx="48">
                  <c:v>299</c:v>
                </c:pt>
                <c:pt idx="49">
                  <c:v>300</c:v>
                </c:pt>
                <c:pt idx="50">
                  <c:v>301</c:v>
                </c:pt>
                <c:pt idx="51">
                  <c:v>302</c:v>
                </c:pt>
                <c:pt idx="52">
                  <c:v>303</c:v>
                </c:pt>
                <c:pt idx="53">
                  <c:v>304</c:v>
                </c:pt>
                <c:pt idx="54">
                  <c:v>305</c:v>
                </c:pt>
                <c:pt idx="55">
                  <c:v>306</c:v>
                </c:pt>
                <c:pt idx="56">
                  <c:v>307</c:v>
                </c:pt>
                <c:pt idx="57">
                  <c:v>308</c:v>
                </c:pt>
                <c:pt idx="58">
                  <c:v>309</c:v>
                </c:pt>
                <c:pt idx="59">
                  <c:v>310</c:v>
                </c:pt>
                <c:pt idx="60">
                  <c:v>311</c:v>
                </c:pt>
                <c:pt idx="61">
                  <c:v>312</c:v>
                </c:pt>
                <c:pt idx="62">
                  <c:v>313</c:v>
                </c:pt>
                <c:pt idx="63">
                  <c:v>314</c:v>
                </c:pt>
                <c:pt idx="64">
                  <c:v>315</c:v>
                </c:pt>
                <c:pt idx="65">
                  <c:v>316</c:v>
                </c:pt>
                <c:pt idx="66">
                  <c:v>317</c:v>
                </c:pt>
                <c:pt idx="67">
                  <c:v>318</c:v>
                </c:pt>
                <c:pt idx="68">
                  <c:v>319</c:v>
                </c:pt>
                <c:pt idx="69">
                  <c:v>320</c:v>
                </c:pt>
                <c:pt idx="70">
                  <c:v>321</c:v>
                </c:pt>
                <c:pt idx="71">
                  <c:v>322</c:v>
                </c:pt>
                <c:pt idx="72">
                  <c:v>323</c:v>
                </c:pt>
                <c:pt idx="73">
                  <c:v>324</c:v>
                </c:pt>
                <c:pt idx="74">
                  <c:v>325</c:v>
                </c:pt>
                <c:pt idx="75">
                  <c:v>326</c:v>
                </c:pt>
                <c:pt idx="76">
                  <c:v>327</c:v>
                </c:pt>
                <c:pt idx="77">
                  <c:v>328</c:v>
                </c:pt>
                <c:pt idx="78">
                  <c:v>329</c:v>
                </c:pt>
                <c:pt idx="79">
                  <c:v>330</c:v>
                </c:pt>
              </c:numCache>
            </c:numRef>
          </c:xVal>
          <c:yVal>
            <c:numRef>
              <c:f>'Chart Data'!$F$2:$F$81</c:f>
              <c:numCache>
                <c:formatCode>0.00</c:formatCode>
                <c:ptCount val="80"/>
                <c:pt idx="0">
                  <c:v>0.08360819</c:v>
                </c:pt>
                <c:pt idx="1">
                  <c:v>0.01787848</c:v>
                </c:pt>
                <c:pt idx="2">
                  <c:v>0.02822702</c:v>
                </c:pt>
                <c:pt idx="3">
                  <c:v>-0.03850084</c:v>
                </c:pt>
                <c:pt idx="4">
                  <c:v>-0.0248037</c:v>
                </c:pt>
                <c:pt idx="5">
                  <c:v>0.06099418</c:v>
                </c:pt>
                <c:pt idx="6">
                  <c:v>0.05183054</c:v>
                </c:pt>
                <c:pt idx="7">
                  <c:v>-0.01672786</c:v>
                </c:pt>
                <c:pt idx="8">
                  <c:v>0.02602111</c:v>
                </c:pt>
                <c:pt idx="9">
                  <c:v>0.04268723</c:v>
                </c:pt>
                <c:pt idx="10">
                  <c:v>0.05014935</c:v>
                </c:pt>
                <c:pt idx="11">
                  <c:v>0.07445114</c:v>
                </c:pt>
                <c:pt idx="12">
                  <c:v>0.22513986</c:v>
                </c:pt>
                <c:pt idx="13">
                  <c:v>0.10879259</c:v>
                </c:pt>
                <c:pt idx="14">
                  <c:v>0.07931036</c:v>
                </c:pt>
                <c:pt idx="15">
                  <c:v>0.15566487</c:v>
                </c:pt>
                <c:pt idx="16">
                  <c:v>0.14273946</c:v>
                </c:pt>
                <c:pt idx="17">
                  <c:v>0.09227834</c:v>
                </c:pt>
                <c:pt idx="18">
                  <c:v>-0.04564479</c:v>
                </c:pt>
                <c:pt idx="19">
                  <c:v>-0.16306171</c:v>
                </c:pt>
                <c:pt idx="20">
                  <c:v>-0.13675342</c:v>
                </c:pt>
                <c:pt idx="21">
                  <c:v>-0.18679773</c:v>
                </c:pt>
                <c:pt idx="22">
                  <c:v>-0.16879342</c:v>
                </c:pt>
                <c:pt idx="23">
                  <c:v>-0.14670341</c:v>
                </c:pt>
                <c:pt idx="24">
                  <c:v>0.15196079</c:v>
                </c:pt>
                <c:pt idx="25">
                  <c:v>0.14530373</c:v>
                </c:pt>
                <c:pt idx="26">
                  <c:v>0.12069146</c:v>
                </c:pt>
                <c:pt idx="27">
                  <c:v>-0.03249424</c:v>
                </c:pt>
                <c:pt idx="28">
                  <c:v>-0.10030515</c:v>
                </c:pt>
                <c:pt idx="29">
                  <c:v>-0.12904012</c:v>
                </c:pt>
                <c:pt idx="30">
                  <c:v>0.00646672</c:v>
                </c:pt>
                <c:pt idx="31">
                  <c:v>0.01429172</c:v>
                </c:pt>
                <c:pt idx="32">
                  <c:v>-0.01460246</c:v>
                </c:pt>
                <c:pt idx="33">
                  <c:v>0.04483141</c:v>
                </c:pt>
                <c:pt idx="34">
                  <c:v>0.06858412</c:v>
                </c:pt>
                <c:pt idx="35">
                  <c:v>0.02607622</c:v>
                </c:pt>
                <c:pt idx="36">
                  <c:v>0.09012779</c:v>
                </c:pt>
                <c:pt idx="37">
                  <c:v>0.04721706</c:v>
                </c:pt>
                <c:pt idx="38">
                  <c:v>0.04140428</c:v>
                </c:pt>
                <c:pt idx="39">
                  <c:v>0.008919</c:v>
                </c:pt>
                <c:pt idx="40">
                  <c:v>0.07402366</c:v>
                </c:pt>
                <c:pt idx="41">
                  <c:v>0.04880091</c:v>
                </c:pt>
                <c:pt idx="42">
                  <c:v>0.01734903</c:v>
                </c:pt>
                <c:pt idx="43">
                  <c:v>-0.08873155</c:v>
                </c:pt>
                <c:pt idx="44">
                  <c:v>-0.03139039</c:v>
                </c:pt>
                <c:pt idx="45">
                  <c:v>-0.08846458</c:v>
                </c:pt>
                <c:pt idx="46">
                  <c:v>0.04617386</c:v>
                </c:pt>
                <c:pt idx="47">
                  <c:v>-0.12956265</c:v>
                </c:pt>
                <c:pt idx="48">
                  <c:v>0.09315769</c:v>
                </c:pt>
                <c:pt idx="49">
                  <c:v>0.05291551</c:v>
                </c:pt>
                <c:pt idx="50">
                  <c:v>0.1208634</c:v>
                </c:pt>
                <c:pt idx="51">
                  <c:v>0.17774979</c:v>
                </c:pt>
                <c:pt idx="52">
                  <c:v>0.20483004</c:v>
                </c:pt>
                <c:pt idx="53">
                  <c:v>0.19879881</c:v>
                </c:pt>
                <c:pt idx="54">
                  <c:v>0.09734858</c:v>
                </c:pt>
                <c:pt idx="55">
                  <c:v>0.12550222</c:v>
                </c:pt>
                <c:pt idx="56">
                  <c:v>0.11500014</c:v>
                </c:pt>
                <c:pt idx="57">
                  <c:v>0.10574862</c:v>
                </c:pt>
                <c:pt idx="58">
                  <c:v>0.06432525</c:v>
                </c:pt>
                <c:pt idx="59">
                  <c:v>0.01934529</c:v>
                </c:pt>
                <c:pt idx="60">
                  <c:v>0.0128784</c:v>
                </c:pt>
                <c:pt idx="61">
                  <c:v>0.04387928</c:v>
                </c:pt>
                <c:pt idx="62">
                  <c:v>0.04216587</c:v>
                </c:pt>
                <c:pt idx="63">
                  <c:v>0.04392344</c:v>
                </c:pt>
                <c:pt idx="64">
                  <c:v>0.04186402</c:v>
                </c:pt>
                <c:pt idx="65">
                  <c:v>0.03892513</c:v>
                </c:pt>
                <c:pt idx="66">
                  <c:v>0.08337518</c:v>
                </c:pt>
                <c:pt idx="67">
                  <c:v>0.11221119</c:v>
                </c:pt>
                <c:pt idx="68">
                  <c:v>0.0565622</c:v>
                </c:pt>
                <c:pt idx="69">
                  <c:v>0.13794858</c:v>
                </c:pt>
                <c:pt idx="70">
                  <c:v>0.12190593</c:v>
                </c:pt>
                <c:pt idx="71">
                  <c:v>0.0475431</c:v>
                </c:pt>
                <c:pt idx="72">
                  <c:v>0.00967197</c:v>
                </c:pt>
                <c:pt idx="73">
                  <c:v>-0.06378344</c:v>
                </c:pt>
                <c:pt idx="74">
                  <c:v>0.03435822</c:v>
                </c:pt>
                <c:pt idx="75">
                  <c:v>-0.07234143</c:v>
                </c:pt>
                <c:pt idx="76">
                  <c:v>0.02505075</c:v>
                </c:pt>
                <c:pt idx="77">
                  <c:v>-0.03903658</c:v>
                </c:pt>
                <c:pt idx="78">
                  <c:v>0.10211381</c:v>
                </c:pt>
                <c:pt idx="79">
                  <c:v>0.0437008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日IC 连续有效段4</c:f>
              <c:strCache>
                <c:ptCount val="1"/>
                <c:pt idx="0">
                  <c:v>日IC 连续有效段4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Data'!$G$2:$G$238</c:f>
              <c:numCache>
                <c:formatCode>General</c:formatCode>
                <c:ptCount val="237"/>
                <c:pt idx="0">
                  <c:v>337</c:v>
                </c:pt>
                <c:pt idx="1">
                  <c:v>338</c:v>
                </c:pt>
                <c:pt idx="2">
                  <c:v>339</c:v>
                </c:pt>
                <c:pt idx="3">
                  <c:v>340</c:v>
                </c:pt>
                <c:pt idx="4">
                  <c:v>341</c:v>
                </c:pt>
                <c:pt idx="5">
                  <c:v>342</c:v>
                </c:pt>
                <c:pt idx="6">
                  <c:v>343</c:v>
                </c:pt>
                <c:pt idx="7">
                  <c:v>344</c:v>
                </c:pt>
                <c:pt idx="8">
                  <c:v>345</c:v>
                </c:pt>
                <c:pt idx="9">
                  <c:v>346</c:v>
                </c:pt>
                <c:pt idx="10">
                  <c:v>347</c:v>
                </c:pt>
                <c:pt idx="11">
                  <c:v>348</c:v>
                </c:pt>
                <c:pt idx="12">
                  <c:v>349</c:v>
                </c:pt>
                <c:pt idx="13">
                  <c:v>350</c:v>
                </c:pt>
                <c:pt idx="14">
                  <c:v>351</c:v>
                </c:pt>
                <c:pt idx="15">
                  <c:v>352</c:v>
                </c:pt>
                <c:pt idx="16">
                  <c:v>353</c:v>
                </c:pt>
                <c:pt idx="17">
                  <c:v>354</c:v>
                </c:pt>
                <c:pt idx="18">
                  <c:v>355</c:v>
                </c:pt>
                <c:pt idx="19">
                  <c:v>356</c:v>
                </c:pt>
                <c:pt idx="20">
                  <c:v>357</c:v>
                </c:pt>
                <c:pt idx="21">
                  <c:v>358</c:v>
                </c:pt>
                <c:pt idx="22">
                  <c:v>359</c:v>
                </c:pt>
                <c:pt idx="23">
                  <c:v>360</c:v>
                </c:pt>
                <c:pt idx="24">
                  <c:v>361</c:v>
                </c:pt>
                <c:pt idx="25">
                  <c:v>362</c:v>
                </c:pt>
                <c:pt idx="26">
                  <c:v>363</c:v>
                </c:pt>
                <c:pt idx="27">
                  <c:v>364</c:v>
                </c:pt>
                <c:pt idx="28">
                  <c:v>365</c:v>
                </c:pt>
                <c:pt idx="29">
                  <c:v>366</c:v>
                </c:pt>
                <c:pt idx="30">
                  <c:v>367</c:v>
                </c:pt>
                <c:pt idx="31">
                  <c:v>368</c:v>
                </c:pt>
                <c:pt idx="32">
                  <c:v>369</c:v>
                </c:pt>
                <c:pt idx="33">
                  <c:v>370</c:v>
                </c:pt>
                <c:pt idx="34">
                  <c:v>371</c:v>
                </c:pt>
                <c:pt idx="35">
                  <c:v>372</c:v>
                </c:pt>
                <c:pt idx="36">
                  <c:v>373</c:v>
                </c:pt>
                <c:pt idx="37">
                  <c:v>374</c:v>
                </c:pt>
                <c:pt idx="38">
                  <c:v>375</c:v>
                </c:pt>
                <c:pt idx="39">
                  <c:v>376</c:v>
                </c:pt>
                <c:pt idx="40">
                  <c:v>377</c:v>
                </c:pt>
                <c:pt idx="41">
                  <c:v>378</c:v>
                </c:pt>
                <c:pt idx="42">
                  <c:v>379</c:v>
                </c:pt>
                <c:pt idx="43">
                  <c:v>380</c:v>
                </c:pt>
                <c:pt idx="44">
                  <c:v>381</c:v>
                </c:pt>
                <c:pt idx="45">
                  <c:v>382</c:v>
                </c:pt>
                <c:pt idx="46">
                  <c:v>383</c:v>
                </c:pt>
                <c:pt idx="47">
                  <c:v>384</c:v>
                </c:pt>
                <c:pt idx="48">
                  <c:v>385</c:v>
                </c:pt>
                <c:pt idx="49">
                  <c:v>386</c:v>
                </c:pt>
                <c:pt idx="50">
                  <c:v>387</c:v>
                </c:pt>
                <c:pt idx="51">
                  <c:v>388</c:v>
                </c:pt>
                <c:pt idx="52">
                  <c:v>389</c:v>
                </c:pt>
                <c:pt idx="53">
                  <c:v>390</c:v>
                </c:pt>
                <c:pt idx="54">
                  <c:v>391</c:v>
                </c:pt>
                <c:pt idx="55">
                  <c:v>392</c:v>
                </c:pt>
                <c:pt idx="56">
                  <c:v>393</c:v>
                </c:pt>
                <c:pt idx="57">
                  <c:v>394</c:v>
                </c:pt>
                <c:pt idx="58">
                  <c:v>395</c:v>
                </c:pt>
                <c:pt idx="59">
                  <c:v>396</c:v>
                </c:pt>
                <c:pt idx="60">
                  <c:v>397</c:v>
                </c:pt>
                <c:pt idx="61">
                  <c:v>398</c:v>
                </c:pt>
                <c:pt idx="62">
                  <c:v>399</c:v>
                </c:pt>
                <c:pt idx="63">
                  <c:v>400</c:v>
                </c:pt>
                <c:pt idx="64">
                  <c:v>401</c:v>
                </c:pt>
                <c:pt idx="65">
                  <c:v>402</c:v>
                </c:pt>
                <c:pt idx="66">
                  <c:v>403</c:v>
                </c:pt>
                <c:pt idx="67">
                  <c:v>404</c:v>
                </c:pt>
                <c:pt idx="68">
                  <c:v>405</c:v>
                </c:pt>
                <c:pt idx="69">
                  <c:v>406</c:v>
                </c:pt>
                <c:pt idx="70">
                  <c:v>407</c:v>
                </c:pt>
                <c:pt idx="71">
                  <c:v>408</c:v>
                </c:pt>
                <c:pt idx="72">
                  <c:v>409</c:v>
                </c:pt>
                <c:pt idx="73">
                  <c:v>410</c:v>
                </c:pt>
                <c:pt idx="74">
                  <c:v>411</c:v>
                </c:pt>
                <c:pt idx="75">
                  <c:v>412</c:v>
                </c:pt>
                <c:pt idx="76">
                  <c:v>413</c:v>
                </c:pt>
                <c:pt idx="77">
                  <c:v>414</c:v>
                </c:pt>
                <c:pt idx="78">
                  <c:v>415</c:v>
                </c:pt>
                <c:pt idx="79">
                  <c:v>416</c:v>
                </c:pt>
                <c:pt idx="80">
                  <c:v>417</c:v>
                </c:pt>
                <c:pt idx="81">
                  <c:v>418</c:v>
                </c:pt>
                <c:pt idx="82">
                  <c:v>419</c:v>
                </c:pt>
                <c:pt idx="83">
                  <c:v>420</c:v>
                </c:pt>
                <c:pt idx="84">
                  <c:v>421</c:v>
                </c:pt>
                <c:pt idx="85">
                  <c:v>422</c:v>
                </c:pt>
                <c:pt idx="86">
                  <c:v>423</c:v>
                </c:pt>
                <c:pt idx="87">
                  <c:v>424</c:v>
                </c:pt>
                <c:pt idx="88">
                  <c:v>425</c:v>
                </c:pt>
                <c:pt idx="89">
                  <c:v>426</c:v>
                </c:pt>
                <c:pt idx="90">
                  <c:v>427</c:v>
                </c:pt>
                <c:pt idx="91">
                  <c:v>428</c:v>
                </c:pt>
                <c:pt idx="92">
                  <c:v>429</c:v>
                </c:pt>
                <c:pt idx="93">
                  <c:v>430</c:v>
                </c:pt>
                <c:pt idx="94">
                  <c:v>431</c:v>
                </c:pt>
                <c:pt idx="95">
                  <c:v>432</c:v>
                </c:pt>
                <c:pt idx="96">
                  <c:v>433</c:v>
                </c:pt>
                <c:pt idx="97">
                  <c:v>434</c:v>
                </c:pt>
                <c:pt idx="98">
                  <c:v>435</c:v>
                </c:pt>
                <c:pt idx="99">
                  <c:v>436</c:v>
                </c:pt>
                <c:pt idx="100">
                  <c:v>437</c:v>
                </c:pt>
                <c:pt idx="101">
                  <c:v>438</c:v>
                </c:pt>
                <c:pt idx="102">
                  <c:v>439</c:v>
                </c:pt>
                <c:pt idx="103">
                  <c:v>440</c:v>
                </c:pt>
                <c:pt idx="104">
                  <c:v>441</c:v>
                </c:pt>
                <c:pt idx="105">
                  <c:v>442</c:v>
                </c:pt>
                <c:pt idx="106">
                  <c:v>443</c:v>
                </c:pt>
                <c:pt idx="107">
                  <c:v>444</c:v>
                </c:pt>
                <c:pt idx="108">
                  <c:v>445</c:v>
                </c:pt>
                <c:pt idx="109">
                  <c:v>446</c:v>
                </c:pt>
                <c:pt idx="110">
                  <c:v>447</c:v>
                </c:pt>
                <c:pt idx="111">
                  <c:v>448</c:v>
                </c:pt>
                <c:pt idx="112">
                  <c:v>449</c:v>
                </c:pt>
                <c:pt idx="113">
                  <c:v>450</c:v>
                </c:pt>
                <c:pt idx="114">
                  <c:v>451</c:v>
                </c:pt>
                <c:pt idx="115">
                  <c:v>452</c:v>
                </c:pt>
                <c:pt idx="116">
                  <c:v>453</c:v>
                </c:pt>
                <c:pt idx="117">
                  <c:v>454</c:v>
                </c:pt>
                <c:pt idx="118">
                  <c:v>455</c:v>
                </c:pt>
                <c:pt idx="119">
                  <c:v>456</c:v>
                </c:pt>
                <c:pt idx="120">
                  <c:v>457</c:v>
                </c:pt>
                <c:pt idx="121">
                  <c:v>458</c:v>
                </c:pt>
                <c:pt idx="122">
                  <c:v>459</c:v>
                </c:pt>
                <c:pt idx="123">
                  <c:v>460</c:v>
                </c:pt>
                <c:pt idx="124">
                  <c:v>461</c:v>
                </c:pt>
                <c:pt idx="125">
                  <c:v>462</c:v>
                </c:pt>
                <c:pt idx="126">
                  <c:v>463</c:v>
                </c:pt>
                <c:pt idx="127">
                  <c:v>464</c:v>
                </c:pt>
                <c:pt idx="128">
                  <c:v>465</c:v>
                </c:pt>
                <c:pt idx="129">
                  <c:v>466</c:v>
                </c:pt>
                <c:pt idx="130">
                  <c:v>467</c:v>
                </c:pt>
                <c:pt idx="131">
                  <c:v>468</c:v>
                </c:pt>
                <c:pt idx="132">
                  <c:v>469</c:v>
                </c:pt>
                <c:pt idx="133">
                  <c:v>470</c:v>
                </c:pt>
                <c:pt idx="134">
                  <c:v>471</c:v>
                </c:pt>
                <c:pt idx="135">
                  <c:v>472</c:v>
                </c:pt>
                <c:pt idx="136">
                  <c:v>473</c:v>
                </c:pt>
                <c:pt idx="137">
                  <c:v>474</c:v>
                </c:pt>
                <c:pt idx="138">
                  <c:v>475</c:v>
                </c:pt>
                <c:pt idx="139">
                  <c:v>476</c:v>
                </c:pt>
                <c:pt idx="140">
                  <c:v>477</c:v>
                </c:pt>
                <c:pt idx="141">
                  <c:v>478</c:v>
                </c:pt>
                <c:pt idx="142">
                  <c:v>479</c:v>
                </c:pt>
                <c:pt idx="143">
                  <c:v>480</c:v>
                </c:pt>
                <c:pt idx="144">
                  <c:v>481</c:v>
                </c:pt>
                <c:pt idx="145">
                  <c:v>482</c:v>
                </c:pt>
                <c:pt idx="146">
                  <c:v>483</c:v>
                </c:pt>
                <c:pt idx="147">
                  <c:v>484</c:v>
                </c:pt>
                <c:pt idx="148">
                  <c:v>485</c:v>
                </c:pt>
                <c:pt idx="149">
                  <c:v>486</c:v>
                </c:pt>
                <c:pt idx="150">
                  <c:v>487</c:v>
                </c:pt>
                <c:pt idx="151">
                  <c:v>488</c:v>
                </c:pt>
                <c:pt idx="152">
                  <c:v>489</c:v>
                </c:pt>
                <c:pt idx="153">
                  <c:v>490</c:v>
                </c:pt>
                <c:pt idx="154">
                  <c:v>491</c:v>
                </c:pt>
                <c:pt idx="155">
                  <c:v>492</c:v>
                </c:pt>
                <c:pt idx="156">
                  <c:v>493</c:v>
                </c:pt>
                <c:pt idx="157">
                  <c:v>494</c:v>
                </c:pt>
                <c:pt idx="158">
                  <c:v>495</c:v>
                </c:pt>
                <c:pt idx="159">
                  <c:v>496</c:v>
                </c:pt>
                <c:pt idx="160">
                  <c:v>497</c:v>
                </c:pt>
                <c:pt idx="161">
                  <c:v>498</c:v>
                </c:pt>
                <c:pt idx="162">
                  <c:v>499</c:v>
                </c:pt>
                <c:pt idx="163">
                  <c:v>500</c:v>
                </c:pt>
                <c:pt idx="164">
                  <c:v>501</c:v>
                </c:pt>
                <c:pt idx="165">
                  <c:v>502</c:v>
                </c:pt>
                <c:pt idx="166">
                  <c:v>503</c:v>
                </c:pt>
                <c:pt idx="167">
                  <c:v>504</c:v>
                </c:pt>
                <c:pt idx="168">
                  <c:v>505</c:v>
                </c:pt>
                <c:pt idx="169">
                  <c:v>506</c:v>
                </c:pt>
                <c:pt idx="170">
                  <c:v>507</c:v>
                </c:pt>
                <c:pt idx="171">
                  <c:v>508</c:v>
                </c:pt>
                <c:pt idx="172">
                  <c:v>509</c:v>
                </c:pt>
                <c:pt idx="173">
                  <c:v>510</c:v>
                </c:pt>
                <c:pt idx="174">
                  <c:v>511</c:v>
                </c:pt>
                <c:pt idx="175">
                  <c:v>512</c:v>
                </c:pt>
                <c:pt idx="176">
                  <c:v>513</c:v>
                </c:pt>
                <c:pt idx="177">
                  <c:v>514</c:v>
                </c:pt>
                <c:pt idx="178">
                  <c:v>515</c:v>
                </c:pt>
                <c:pt idx="179">
                  <c:v>516</c:v>
                </c:pt>
                <c:pt idx="180">
                  <c:v>517</c:v>
                </c:pt>
                <c:pt idx="181">
                  <c:v>518</c:v>
                </c:pt>
                <c:pt idx="182">
                  <c:v>519</c:v>
                </c:pt>
                <c:pt idx="183">
                  <c:v>520</c:v>
                </c:pt>
                <c:pt idx="184">
                  <c:v>521</c:v>
                </c:pt>
                <c:pt idx="185">
                  <c:v>522</c:v>
                </c:pt>
                <c:pt idx="186">
                  <c:v>523</c:v>
                </c:pt>
                <c:pt idx="187">
                  <c:v>524</c:v>
                </c:pt>
                <c:pt idx="188">
                  <c:v>525</c:v>
                </c:pt>
                <c:pt idx="189">
                  <c:v>526</c:v>
                </c:pt>
                <c:pt idx="190">
                  <c:v>527</c:v>
                </c:pt>
                <c:pt idx="191">
                  <c:v>528</c:v>
                </c:pt>
                <c:pt idx="192">
                  <c:v>529</c:v>
                </c:pt>
                <c:pt idx="193">
                  <c:v>530</c:v>
                </c:pt>
                <c:pt idx="194">
                  <c:v>531</c:v>
                </c:pt>
                <c:pt idx="195">
                  <c:v>532</c:v>
                </c:pt>
                <c:pt idx="196">
                  <c:v>533</c:v>
                </c:pt>
                <c:pt idx="197">
                  <c:v>534</c:v>
                </c:pt>
                <c:pt idx="198">
                  <c:v>535</c:v>
                </c:pt>
                <c:pt idx="199">
                  <c:v>536</c:v>
                </c:pt>
                <c:pt idx="200">
                  <c:v>537</c:v>
                </c:pt>
                <c:pt idx="201">
                  <c:v>538</c:v>
                </c:pt>
                <c:pt idx="202">
                  <c:v>539</c:v>
                </c:pt>
                <c:pt idx="203">
                  <c:v>540</c:v>
                </c:pt>
                <c:pt idx="204">
                  <c:v>541</c:v>
                </c:pt>
                <c:pt idx="205">
                  <c:v>542</c:v>
                </c:pt>
                <c:pt idx="206">
                  <c:v>543</c:v>
                </c:pt>
                <c:pt idx="207">
                  <c:v>544</c:v>
                </c:pt>
                <c:pt idx="208">
                  <c:v>545</c:v>
                </c:pt>
                <c:pt idx="209">
                  <c:v>546</c:v>
                </c:pt>
                <c:pt idx="210">
                  <c:v>547</c:v>
                </c:pt>
                <c:pt idx="211">
                  <c:v>548</c:v>
                </c:pt>
                <c:pt idx="212">
                  <c:v>549</c:v>
                </c:pt>
                <c:pt idx="213">
                  <c:v>550</c:v>
                </c:pt>
                <c:pt idx="214">
                  <c:v>551</c:v>
                </c:pt>
                <c:pt idx="215">
                  <c:v>552</c:v>
                </c:pt>
                <c:pt idx="216">
                  <c:v>553</c:v>
                </c:pt>
                <c:pt idx="217">
                  <c:v>554</c:v>
                </c:pt>
                <c:pt idx="218">
                  <c:v>555</c:v>
                </c:pt>
                <c:pt idx="219">
                  <c:v>556</c:v>
                </c:pt>
                <c:pt idx="220">
                  <c:v>557</c:v>
                </c:pt>
                <c:pt idx="221">
                  <c:v>558</c:v>
                </c:pt>
                <c:pt idx="222">
                  <c:v>559</c:v>
                </c:pt>
                <c:pt idx="223">
                  <c:v>560</c:v>
                </c:pt>
                <c:pt idx="224">
                  <c:v>561</c:v>
                </c:pt>
                <c:pt idx="225">
                  <c:v>562</c:v>
                </c:pt>
                <c:pt idx="226">
                  <c:v>563</c:v>
                </c:pt>
                <c:pt idx="227">
                  <c:v>564</c:v>
                </c:pt>
                <c:pt idx="228">
                  <c:v>565</c:v>
                </c:pt>
                <c:pt idx="229">
                  <c:v>566</c:v>
                </c:pt>
                <c:pt idx="230">
                  <c:v>567</c:v>
                </c:pt>
                <c:pt idx="231">
                  <c:v>568</c:v>
                </c:pt>
                <c:pt idx="232">
                  <c:v>569</c:v>
                </c:pt>
                <c:pt idx="233">
                  <c:v>570</c:v>
                </c:pt>
                <c:pt idx="234">
                  <c:v>571</c:v>
                </c:pt>
                <c:pt idx="235">
                  <c:v>572</c:v>
                </c:pt>
                <c:pt idx="236">
                  <c:v>573</c:v>
                </c:pt>
              </c:numCache>
            </c:numRef>
          </c:xVal>
          <c:yVal>
            <c:numRef>
              <c:f>'Chart Data'!$H$2:$H$238</c:f>
              <c:numCache>
                <c:formatCode>0.00</c:formatCode>
                <c:ptCount val="237"/>
                <c:pt idx="0">
                  <c:v>0.10991937</c:v>
                </c:pt>
                <c:pt idx="1">
                  <c:v>-0.01165289</c:v>
                </c:pt>
                <c:pt idx="2">
                  <c:v>0.04390744</c:v>
                </c:pt>
                <c:pt idx="3">
                  <c:v>-0.05142072</c:v>
                </c:pt>
                <c:pt idx="4">
                  <c:v>0.06391779</c:v>
                </c:pt>
                <c:pt idx="5">
                  <c:v>0.13028487</c:v>
                </c:pt>
                <c:pt idx="6">
                  <c:v>0.09765135</c:v>
                </c:pt>
                <c:pt idx="7">
                  <c:v>0.13452333</c:v>
                </c:pt>
                <c:pt idx="8">
                  <c:v>0.10381668</c:v>
                </c:pt>
                <c:pt idx="9">
                  <c:v>0.07408161</c:v>
                </c:pt>
                <c:pt idx="10">
                  <c:v>0.07146889</c:v>
                </c:pt>
                <c:pt idx="11">
                  <c:v>-0.00801778</c:v>
                </c:pt>
                <c:pt idx="12">
                  <c:v>0.04148191</c:v>
                </c:pt>
                <c:pt idx="13">
                  <c:v>0.02955245</c:v>
                </c:pt>
                <c:pt idx="14">
                  <c:v>-0.0136</c:v>
                </c:pt>
                <c:pt idx="15">
                  <c:v>-0.04756104</c:v>
                </c:pt>
                <c:pt idx="16">
                  <c:v>-0.02340222</c:v>
                </c:pt>
                <c:pt idx="17">
                  <c:v>-0.06744357</c:v>
                </c:pt>
                <c:pt idx="18">
                  <c:v>-0.0397215</c:v>
                </c:pt>
                <c:pt idx="19">
                  <c:v>0.04272248</c:v>
                </c:pt>
                <c:pt idx="20">
                  <c:v>-0.01327765</c:v>
                </c:pt>
                <c:pt idx="21">
                  <c:v>0.00140928</c:v>
                </c:pt>
                <c:pt idx="22">
                  <c:v>0.03128237</c:v>
                </c:pt>
                <c:pt idx="23">
                  <c:v>0.01786258</c:v>
                </c:pt>
                <c:pt idx="24">
                  <c:v>0.01103883</c:v>
                </c:pt>
                <c:pt idx="25">
                  <c:v>-0.04614632</c:v>
                </c:pt>
                <c:pt idx="26">
                  <c:v>-0.05814523</c:v>
                </c:pt>
                <c:pt idx="27">
                  <c:v>0.02513154</c:v>
                </c:pt>
                <c:pt idx="28">
                  <c:v>0.05796924</c:v>
                </c:pt>
                <c:pt idx="29">
                  <c:v>0.04449475</c:v>
                </c:pt>
                <c:pt idx="30">
                  <c:v>0.10090652</c:v>
                </c:pt>
                <c:pt idx="31">
                  <c:v>0.04944505</c:v>
                </c:pt>
                <c:pt idx="32">
                  <c:v>0.09748082</c:v>
                </c:pt>
                <c:pt idx="33">
                  <c:v>0.069269</c:v>
                </c:pt>
                <c:pt idx="34">
                  <c:v>0.12180554</c:v>
                </c:pt>
                <c:pt idx="35">
                  <c:v>0.07994297</c:v>
                </c:pt>
                <c:pt idx="36">
                  <c:v>0.10638925</c:v>
                </c:pt>
                <c:pt idx="37">
                  <c:v>0.08535689</c:v>
                </c:pt>
                <c:pt idx="38">
                  <c:v>0.04742585</c:v>
                </c:pt>
                <c:pt idx="39">
                  <c:v>0.04613946</c:v>
                </c:pt>
                <c:pt idx="40">
                  <c:v>0.0451483</c:v>
                </c:pt>
                <c:pt idx="41">
                  <c:v>0.03415608</c:v>
                </c:pt>
                <c:pt idx="42">
                  <c:v>0.0685162</c:v>
                </c:pt>
                <c:pt idx="43">
                  <c:v>0.06956562</c:v>
                </c:pt>
                <c:pt idx="44">
                  <c:v>0.15686859</c:v>
                </c:pt>
                <c:pt idx="45">
                  <c:v>0.03373167</c:v>
                </c:pt>
                <c:pt idx="46">
                  <c:v>0.15574219</c:v>
                </c:pt>
                <c:pt idx="47">
                  <c:v>0.10668585</c:v>
                </c:pt>
                <c:pt idx="48">
                  <c:v>0.12744075</c:v>
                </c:pt>
                <c:pt idx="49">
                  <c:v>0.1592927</c:v>
                </c:pt>
                <c:pt idx="50">
                  <c:v>0.18932811</c:v>
                </c:pt>
                <c:pt idx="51">
                  <c:v>0.15621198</c:v>
                </c:pt>
                <c:pt idx="52">
                  <c:v>0.11207843</c:v>
                </c:pt>
                <c:pt idx="53">
                  <c:v>0.15051424</c:v>
                </c:pt>
                <c:pt idx="54">
                  <c:v>0.14901487</c:v>
                </c:pt>
                <c:pt idx="55">
                  <c:v>0.19078669</c:v>
                </c:pt>
                <c:pt idx="56">
                  <c:v>0.1527145</c:v>
                </c:pt>
                <c:pt idx="57">
                  <c:v>0.07622749</c:v>
                </c:pt>
                <c:pt idx="58">
                  <c:v>0.05802682</c:v>
                </c:pt>
                <c:pt idx="59">
                  <c:v>-0.08130856</c:v>
                </c:pt>
                <c:pt idx="60">
                  <c:v>-0.16961377</c:v>
                </c:pt>
                <c:pt idx="61">
                  <c:v>-0.02831487</c:v>
                </c:pt>
                <c:pt idx="62">
                  <c:v>0.01119254</c:v>
                </c:pt>
                <c:pt idx="63">
                  <c:v>0.00296494</c:v>
                </c:pt>
                <c:pt idx="64">
                  <c:v>0.03364768</c:v>
                </c:pt>
                <c:pt idx="65">
                  <c:v>0.10763539</c:v>
                </c:pt>
                <c:pt idx="66">
                  <c:v>0.11299162</c:v>
                </c:pt>
                <c:pt idx="67">
                  <c:v>0.17732992</c:v>
                </c:pt>
                <c:pt idx="68">
                  <c:v>0.14206682</c:v>
                </c:pt>
                <c:pt idx="69">
                  <c:v>0.09117163</c:v>
                </c:pt>
                <c:pt idx="70">
                  <c:v>0.08818261</c:v>
                </c:pt>
                <c:pt idx="71">
                  <c:v>0.13701401</c:v>
                </c:pt>
                <c:pt idx="72">
                  <c:v>0.07910619</c:v>
                </c:pt>
                <c:pt idx="73">
                  <c:v>0.05084391</c:v>
                </c:pt>
                <c:pt idx="74">
                  <c:v>-0.0373947</c:v>
                </c:pt>
                <c:pt idx="75">
                  <c:v>-0.08767735</c:v>
                </c:pt>
                <c:pt idx="76">
                  <c:v>0.00445794</c:v>
                </c:pt>
                <c:pt idx="77">
                  <c:v>-0.02657008</c:v>
                </c:pt>
                <c:pt idx="78">
                  <c:v>0.05171336</c:v>
                </c:pt>
                <c:pt idx="79">
                  <c:v>0.02488373</c:v>
                </c:pt>
                <c:pt idx="80">
                  <c:v>0.04687864</c:v>
                </c:pt>
                <c:pt idx="81">
                  <c:v>0.02847905</c:v>
                </c:pt>
                <c:pt idx="82">
                  <c:v>0.07974025</c:v>
                </c:pt>
                <c:pt idx="83">
                  <c:v>-0.02706413</c:v>
                </c:pt>
                <c:pt idx="84">
                  <c:v>0.0741071</c:v>
                </c:pt>
                <c:pt idx="85">
                  <c:v>0.12444359</c:v>
                </c:pt>
                <c:pt idx="86">
                  <c:v>0.0417245</c:v>
                </c:pt>
                <c:pt idx="87">
                  <c:v>0.12152847</c:v>
                </c:pt>
                <c:pt idx="88">
                  <c:v>0.12059215</c:v>
                </c:pt>
                <c:pt idx="89">
                  <c:v>0.11348081</c:v>
                </c:pt>
                <c:pt idx="90">
                  <c:v>0.07939492</c:v>
                </c:pt>
                <c:pt idx="91">
                  <c:v>0.06270889</c:v>
                </c:pt>
                <c:pt idx="92">
                  <c:v>0.13532027</c:v>
                </c:pt>
                <c:pt idx="93">
                  <c:v>0.07523288</c:v>
                </c:pt>
                <c:pt idx="94">
                  <c:v>0.06866342</c:v>
                </c:pt>
                <c:pt idx="95">
                  <c:v>0.03060884</c:v>
                </c:pt>
                <c:pt idx="96">
                  <c:v>0.08485405</c:v>
                </c:pt>
                <c:pt idx="97">
                  <c:v>0.08522238</c:v>
                </c:pt>
                <c:pt idx="98">
                  <c:v>0.06734986</c:v>
                </c:pt>
                <c:pt idx="99">
                  <c:v>0.10483501</c:v>
                </c:pt>
                <c:pt idx="100">
                  <c:v>0.07504028</c:v>
                </c:pt>
                <c:pt idx="101">
                  <c:v>0.06818256</c:v>
                </c:pt>
                <c:pt idx="102">
                  <c:v>0.02814033</c:v>
                </c:pt>
                <c:pt idx="103">
                  <c:v>0.0128834</c:v>
                </c:pt>
                <c:pt idx="104">
                  <c:v>0.06024915</c:v>
                </c:pt>
                <c:pt idx="105">
                  <c:v>0.05541283</c:v>
                </c:pt>
                <c:pt idx="106">
                  <c:v>0.04668548</c:v>
                </c:pt>
                <c:pt idx="107">
                  <c:v>0.04618882</c:v>
                </c:pt>
                <c:pt idx="108">
                  <c:v>0.06736793</c:v>
                </c:pt>
                <c:pt idx="109">
                  <c:v>0.10294886</c:v>
                </c:pt>
                <c:pt idx="110">
                  <c:v>0.0802977</c:v>
                </c:pt>
                <c:pt idx="111">
                  <c:v>0.11633296</c:v>
                </c:pt>
                <c:pt idx="112">
                  <c:v>0.05198144</c:v>
                </c:pt>
                <c:pt idx="113">
                  <c:v>0.05995704</c:v>
                </c:pt>
                <c:pt idx="114">
                  <c:v>0.10000487</c:v>
                </c:pt>
                <c:pt idx="115">
                  <c:v>0.03015372</c:v>
                </c:pt>
                <c:pt idx="116">
                  <c:v>0.03194233</c:v>
                </c:pt>
                <c:pt idx="117">
                  <c:v>5.789e-5</c:v>
                </c:pt>
                <c:pt idx="118">
                  <c:v>0.05367216</c:v>
                </c:pt>
                <c:pt idx="119">
                  <c:v>0.08620814</c:v>
                </c:pt>
                <c:pt idx="120">
                  <c:v>0.11083149</c:v>
                </c:pt>
                <c:pt idx="121">
                  <c:v>0.20035467</c:v>
                </c:pt>
                <c:pt idx="122">
                  <c:v>0.07306529</c:v>
                </c:pt>
                <c:pt idx="123">
                  <c:v>0.13421065</c:v>
                </c:pt>
                <c:pt idx="124">
                  <c:v>0.12750081</c:v>
                </c:pt>
                <c:pt idx="125">
                  <c:v>0.07619305</c:v>
                </c:pt>
                <c:pt idx="126">
                  <c:v>0.05331889</c:v>
                </c:pt>
                <c:pt idx="127">
                  <c:v>0.1503926</c:v>
                </c:pt>
                <c:pt idx="128">
                  <c:v>0.11780982</c:v>
                </c:pt>
                <c:pt idx="129">
                  <c:v>0.06366822</c:v>
                </c:pt>
                <c:pt idx="130">
                  <c:v>0.06388483</c:v>
                </c:pt>
                <c:pt idx="131">
                  <c:v>0.09007754</c:v>
                </c:pt>
                <c:pt idx="132">
                  <c:v>0.12828448</c:v>
                </c:pt>
                <c:pt idx="133">
                  <c:v>0.01629061</c:v>
                </c:pt>
                <c:pt idx="134">
                  <c:v>0.04627841</c:v>
                </c:pt>
                <c:pt idx="135">
                  <c:v>0.08244987</c:v>
                </c:pt>
                <c:pt idx="136">
                  <c:v>0.10994341</c:v>
                </c:pt>
                <c:pt idx="137">
                  <c:v>0.075667</c:v>
                </c:pt>
                <c:pt idx="138">
                  <c:v>0.11946135</c:v>
                </c:pt>
                <c:pt idx="139">
                  <c:v>0.04371904</c:v>
                </c:pt>
                <c:pt idx="140">
                  <c:v>0.03792331</c:v>
                </c:pt>
                <c:pt idx="141">
                  <c:v>-0.01817326</c:v>
                </c:pt>
                <c:pt idx="142">
                  <c:v>0.00058561</c:v>
                </c:pt>
                <c:pt idx="143">
                  <c:v>0.04383362</c:v>
                </c:pt>
                <c:pt idx="144">
                  <c:v>0.04178942</c:v>
                </c:pt>
                <c:pt idx="145">
                  <c:v>0.02149829</c:v>
                </c:pt>
                <c:pt idx="146">
                  <c:v>-0.0182666</c:v>
                </c:pt>
                <c:pt idx="147">
                  <c:v>0.01904911</c:v>
                </c:pt>
                <c:pt idx="148">
                  <c:v>0.03286443</c:v>
                </c:pt>
                <c:pt idx="149">
                  <c:v>0.07468963</c:v>
                </c:pt>
                <c:pt idx="150">
                  <c:v>-0.00173594</c:v>
                </c:pt>
                <c:pt idx="151">
                  <c:v>0.02133177</c:v>
                </c:pt>
                <c:pt idx="152">
                  <c:v>0.02431779</c:v>
                </c:pt>
                <c:pt idx="153">
                  <c:v>-0.02760971</c:v>
                </c:pt>
                <c:pt idx="154">
                  <c:v>0.07326646</c:v>
                </c:pt>
                <c:pt idx="155">
                  <c:v>0.04237071</c:v>
                </c:pt>
                <c:pt idx="156">
                  <c:v>0.08249461</c:v>
                </c:pt>
                <c:pt idx="157">
                  <c:v>0.00398017</c:v>
                </c:pt>
                <c:pt idx="158">
                  <c:v>0.02552806</c:v>
                </c:pt>
                <c:pt idx="159">
                  <c:v>0.16602228</c:v>
                </c:pt>
                <c:pt idx="160">
                  <c:v>0.06199512</c:v>
                </c:pt>
                <c:pt idx="161">
                  <c:v>0.07111855</c:v>
                </c:pt>
                <c:pt idx="162">
                  <c:v>0.04821844</c:v>
                </c:pt>
                <c:pt idx="163">
                  <c:v>0.0151316</c:v>
                </c:pt>
                <c:pt idx="164">
                  <c:v>0.15915233</c:v>
                </c:pt>
                <c:pt idx="165">
                  <c:v>0.0531322</c:v>
                </c:pt>
                <c:pt idx="166">
                  <c:v>0.06027988</c:v>
                </c:pt>
                <c:pt idx="167">
                  <c:v>0.06083858</c:v>
                </c:pt>
                <c:pt idx="168">
                  <c:v>0.10690428</c:v>
                </c:pt>
                <c:pt idx="169">
                  <c:v>0.07307165</c:v>
                </c:pt>
                <c:pt idx="170">
                  <c:v>0.0515441</c:v>
                </c:pt>
                <c:pt idx="171">
                  <c:v>0.1218591</c:v>
                </c:pt>
                <c:pt idx="172">
                  <c:v>0.10109828</c:v>
                </c:pt>
                <c:pt idx="173">
                  <c:v>0.03877345</c:v>
                </c:pt>
                <c:pt idx="174">
                  <c:v>0.0640607</c:v>
                </c:pt>
                <c:pt idx="175">
                  <c:v>0.09399159</c:v>
                </c:pt>
                <c:pt idx="176">
                  <c:v>0.09857565</c:v>
                </c:pt>
                <c:pt idx="177">
                  <c:v>0.08191493</c:v>
                </c:pt>
                <c:pt idx="178">
                  <c:v>-0.00674495</c:v>
                </c:pt>
                <c:pt idx="179">
                  <c:v>0.08156841</c:v>
                </c:pt>
                <c:pt idx="180">
                  <c:v>0.07273584</c:v>
                </c:pt>
                <c:pt idx="181">
                  <c:v>-0.00361111</c:v>
                </c:pt>
                <c:pt idx="182">
                  <c:v>-0.06079096</c:v>
                </c:pt>
                <c:pt idx="183">
                  <c:v>-0.04478243</c:v>
                </c:pt>
                <c:pt idx="184">
                  <c:v>0.00781976</c:v>
                </c:pt>
                <c:pt idx="185">
                  <c:v>0.05792724</c:v>
                </c:pt>
                <c:pt idx="186">
                  <c:v>0.11866821</c:v>
                </c:pt>
                <c:pt idx="187">
                  <c:v>0.10029408</c:v>
                </c:pt>
                <c:pt idx="188">
                  <c:v>0.12143629</c:v>
                </c:pt>
                <c:pt idx="189">
                  <c:v>0.1264887</c:v>
                </c:pt>
                <c:pt idx="190">
                  <c:v>0.12179011</c:v>
                </c:pt>
                <c:pt idx="191">
                  <c:v>0.06167967</c:v>
                </c:pt>
                <c:pt idx="192">
                  <c:v>0.03754017</c:v>
                </c:pt>
                <c:pt idx="193">
                  <c:v>0.0709577</c:v>
                </c:pt>
                <c:pt idx="194">
                  <c:v>0.02811333</c:v>
                </c:pt>
                <c:pt idx="195">
                  <c:v>0.03519286</c:v>
                </c:pt>
                <c:pt idx="196">
                  <c:v>0.00726908</c:v>
                </c:pt>
                <c:pt idx="197">
                  <c:v>0.08502749</c:v>
                </c:pt>
                <c:pt idx="198">
                  <c:v>0.01622424</c:v>
                </c:pt>
                <c:pt idx="199">
                  <c:v>0.11128794</c:v>
                </c:pt>
                <c:pt idx="200">
                  <c:v>0.0205514</c:v>
                </c:pt>
                <c:pt idx="201">
                  <c:v>0.0836816</c:v>
                </c:pt>
                <c:pt idx="202">
                  <c:v>0.08875217</c:v>
                </c:pt>
                <c:pt idx="203">
                  <c:v>0.1119822</c:v>
                </c:pt>
                <c:pt idx="204">
                  <c:v>0.03257713</c:v>
                </c:pt>
                <c:pt idx="205">
                  <c:v>0.09581127</c:v>
                </c:pt>
                <c:pt idx="206">
                  <c:v>0.0478419</c:v>
                </c:pt>
                <c:pt idx="207">
                  <c:v>0.03711116</c:v>
                </c:pt>
                <c:pt idx="208">
                  <c:v>-0.02998671</c:v>
                </c:pt>
                <c:pt idx="209">
                  <c:v>-0.10619277</c:v>
                </c:pt>
                <c:pt idx="210">
                  <c:v>-0.10628668</c:v>
                </c:pt>
                <c:pt idx="211">
                  <c:v>-0.08976348</c:v>
                </c:pt>
                <c:pt idx="212">
                  <c:v>-0.01480489</c:v>
                </c:pt>
                <c:pt idx="213">
                  <c:v>-0.05692831</c:v>
                </c:pt>
                <c:pt idx="214">
                  <c:v>0.07770912</c:v>
                </c:pt>
                <c:pt idx="215">
                  <c:v>0.14544251</c:v>
                </c:pt>
                <c:pt idx="216">
                  <c:v>0.12207539</c:v>
                </c:pt>
                <c:pt idx="217">
                  <c:v>0.08916269</c:v>
                </c:pt>
                <c:pt idx="218">
                  <c:v>0.07073995</c:v>
                </c:pt>
                <c:pt idx="219">
                  <c:v>0.0103264</c:v>
                </c:pt>
                <c:pt idx="220">
                  <c:v>-0.00119414</c:v>
                </c:pt>
                <c:pt idx="221">
                  <c:v>0.00529252</c:v>
                </c:pt>
                <c:pt idx="222">
                  <c:v>-0.02762539</c:v>
                </c:pt>
                <c:pt idx="223">
                  <c:v>-0.06222868</c:v>
                </c:pt>
                <c:pt idx="224">
                  <c:v>-0.08692212</c:v>
                </c:pt>
                <c:pt idx="225">
                  <c:v>0.05399732</c:v>
                </c:pt>
                <c:pt idx="226">
                  <c:v>0.00968649</c:v>
                </c:pt>
                <c:pt idx="227">
                  <c:v>0.05154329</c:v>
                </c:pt>
                <c:pt idx="228">
                  <c:v>0.04557563</c:v>
                </c:pt>
                <c:pt idx="229">
                  <c:v>0.04728928</c:v>
                </c:pt>
                <c:pt idx="230">
                  <c:v>0.09093734</c:v>
                </c:pt>
                <c:pt idx="231">
                  <c:v>0.15300648</c:v>
                </c:pt>
                <c:pt idx="232">
                  <c:v>0.07859836</c:v>
                </c:pt>
                <c:pt idx="233">
                  <c:v>0.11685804</c:v>
                </c:pt>
                <c:pt idx="234">
                  <c:v>0.04217685</c:v>
                </c:pt>
                <c:pt idx="235">
                  <c:v>0.03357055</c:v>
                </c:pt>
                <c:pt idx="236">
                  <c:v>0.06671287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579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midCat"/>
      </c:valAx>
    </c:plotArea>
    <c:plotVisOnly val="1"/>
    <c:dispBlanksAs val="gap"/>
    <c:showDLblsOverMax val="0"/>
    <c:extLst>
      <c:ext uri="{0b15fc19-7d7d-44ad-8c2d-2c3a37ce22c3}">
        <chartProps xmlns="https://web.wps.cn/et/2018/main" chartId="{1e297278-6b62-4bdc-8f82-af69cbb9ee6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滚动均值 连续有效段1</c:f>
              <c:strCache>
                <c:ptCount val="1"/>
                <c:pt idx="0">
                  <c:v>滚动均值 连续有效段1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Data'!$A$2:$A$158</c:f>
              <c:numCache>
                <c:formatCode>General</c:formatCode>
                <c:ptCount val="157"/>
                <c:pt idx="0">
                  <c:v>59</c:v>
                </c:pt>
                <c:pt idx="1">
                  <c:v>60</c:v>
                </c:pt>
                <c:pt idx="2">
                  <c:v>61</c:v>
                </c:pt>
                <c:pt idx="3">
                  <c:v>62</c:v>
                </c:pt>
                <c:pt idx="4">
                  <c:v>63</c:v>
                </c:pt>
                <c:pt idx="5">
                  <c:v>64</c:v>
                </c:pt>
                <c:pt idx="6">
                  <c:v>65</c:v>
                </c:pt>
                <c:pt idx="7">
                  <c:v>66</c:v>
                </c:pt>
                <c:pt idx="8">
                  <c:v>67</c:v>
                </c:pt>
                <c:pt idx="9">
                  <c:v>68</c:v>
                </c:pt>
                <c:pt idx="10">
                  <c:v>69</c:v>
                </c:pt>
                <c:pt idx="11">
                  <c:v>70</c:v>
                </c:pt>
                <c:pt idx="12">
                  <c:v>71</c:v>
                </c:pt>
                <c:pt idx="13">
                  <c:v>72</c:v>
                </c:pt>
                <c:pt idx="14">
                  <c:v>73</c:v>
                </c:pt>
                <c:pt idx="15">
                  <c:v>74</c:v>
                </c:pt>
                <c:pt idx="16">
                  <c:v>75</c:v>
                </c:pt>
                <c:pt idx="17">
                  <c:v>76</c:v>
                </c:pt>
                <c:pt idx="18">
                  <c:v>77</c:v>
                </c:pt>
                <c:pt idx="19">
                  <c:v>78</c:v>
                </c:pt>
                <c:pt idx="20">
                  <c:v>79</c:v>
                </c:pt>
                <c:pt idx="21">
                  <c:v>80</c:v>
                </c:pt>
                <c:pt idx="22">
                  <c:v>81</c:v>
                </c:pt>
                <c:pt idx="23">
                  <c:v>82</c:v>
                </c:pt>
                <c:pt idx="24">
                  <c:v>83</c:v>
                </c:pt>
                <c:pt idx="25">
                  <c:v>84</c:v>
                </c:pt>
                <c:pt idx="26">
                  <c:v>85</c:v>
                </c:pt>
                <c:pt idx="27">
                  <c:v>86</c:v>
                </c:pt>
                <c:pt idx="28">
                  <c:v>87</c:v>
                </c:pt>
                <c:pt idx="29">
                  <c:v>88</c:v>
                </c:pt>
                <c:pt idx="30">
                  <c:v>89</c:v>
                </c:pt>
                <c:pt idx="31">
                  <c:v>90</c:v>
                </c:pt>
                <c:pt idx="32">
                  <c:v>91</c:v>
                </c:pt>
                <c:pt idx="33">
                  <c:v>92</c:v>
                </c:pt>
                <c:pt idx="34">
                  <c:v>93</c:v>
                </c:pt>
                <c:pt idx="35">
                  <c:v>94</c:v>
                </c:pt>
                <c:pt idx="36">
                  <c:v>95</c:v>
                </c:pt>
                <c:pt idx="37">
                  <c:v>96</c:v>
                </c:pt>
                <c:pt idx="38">
                  <c:v>97</c:v>
                </c:pt>
                <c:pt idx="39">
                  <c:v>98</c:v>
                </c:pt>
                <c:pt idx="40">
                  <c:v>99</c:v>
                </c:pt>
                <c:pt idx="41">
                  <c:v>100</c:v>
                </c:pt>
                <c:pt idx="42">
                  <c:v>101</c:v>
                </c:pt>
                <c:pt idx="43">
                  <c:v>102</c:v>
                </c:pt>
                <c:pt idx="44">
                  <c:v>103</c:v>
                </c:pt>
                <c:pt idx="45">
                  <c:v>104</c:v>
                </c:pt>
                <c:pt idx="46">
                  <c:v>105</c:v>
                </c:pt>
                <c:pt idx="47">
                  <c:v>106</c:v>
                </c:pt>
                <c:pt idx="48">
                  <c:v>107</c:v>
                </c:pt>
                <c:pt idx="49">
                  <c:v>108</c:v>
                </c:pt>
                <c:pt idx="50">
                  <c:v>109</c:v>
                </c:pt>
                <c:pt idx="51">
                  <c:v>110</c:v>
                </c:pt>
                <c:pt idx="52">
                  <c:v>111</c:v>
                </c:pt>
                <c:pt idx="53">
                  <c:v>112</c:v>
                </c:pt>
                <c:pt idx="54">
                  <c:v>113</c:v>
                </c:pt>
                <c:pt idx="55">
                  <c:v>114</c:v>
                </c:pt>
                <c:pt idx="56">
                  <c:v>115</c:v>
                </c:pt>
                <c:pt idx="57">
                  <c:v>116</c:v>
                </c:pt>
                <c:pt idx="58">
                  <c:v>117</c:v>
                </c:pt>
                <c:pt idx="59">
                  <c:v>118</c:v>
                </c:pt>
                <c:pt idx="60">
                  <c:v>119</c:v>
                </c:pt>
                <c:pt idx="61">
                  <c:v>120</c:v>
                </c:pt>
                <c:pt idx="62">
                  <c:v>121</c:v>
                </c:pt>
                <c:pt idx="63">
                  <c:v>122</c:v>
                </c:pt>
                <c:pt idx="64">
                  <c:v>123</c:v>
                </c:pt>
                <c:pt idx="65">
                  <c:v>124</c:v>
                </c:pt>
                <c:pt idx="66">
                  <c:v>125</c:v>
                </c:pt>
                <c:pt idx="67">
                  <c:v>126</c:v>
                </c:pt>
                <c:pt idx="68">
                  <c:v>127</c:v>
                </c:pt>
                <c:pt idx="69">
                  <c:v>128</c:v>
                </c:pt>
                <c:pt idx="70">
                  <c:v>129</c:v>
                </c:pt>
                <c:pt idx="71">
                  <c:v>130</c:v>
                </c:pt>
                <c:pt idx="72">
                  <c:v>131</c:v>
                </c:pt>
                <c:pt idx="73">
                  <c:v>132</c:v>
                </c:pt>
                <c:pt idx="74">
                  <c:v>133</c:v>
                </c:pt>
                <c:pt idx="75">
                  <c:v>134</c:v>
                </c:pt>
                <c:pt idx="76">
                  <c:v>135</c:v>
                </c:pt>
                <c:pt idx="77">
                  <c:v>136</c:v>
                </c:pt>
                <c:pt idx="78">
                  <c:v>137</c:v>
                </c:pt>
                <c:pt idx="79">
                  <c:v>138</c:v>
                </c:pt>
                <c:pt idx="80">
                  <c:v>139</c:v>
                </c:pt>
                <c:pt idx="81">
                  <c:v>140</c:v>
                </c:pt>
                <c:pt idx="82">
                  <c:v>141</c:v>
                </c:pt>
                <c:pt idx="83">
                  <c:v>142</c:v>
                </c:pt>
                <c:pt idx="84">
                  <c:v>143</c:v>
                </c:pt>
                <c:pt idx="85">
                  <c:v>144</c:v>
                </c:pt>
                <c:pt idx="86">
                  <c:v>145</c:v>
                </c:pt>
                <c:pt idx="87">
                  <c:v>146</c:v>
                </c:pt>
                <c:pt idx="88">
                  <c:v>147</c:v>
                </c:pt>
                <c:pt idx="89">
                  <c:v>148</c:v>
                </c:pt>
                <c:pt idx="90">
                  <c:v>149</c:v>
                </c:pt>
                <c:pt idx="91">
                  <c:v>150</c:v>
                </c:pt>
                <c:pt idx="92">
                  <c:v>151</c:v>
                </c:pt>
                <c:pt idx="93">
                  <c:v>152</c:v>
                </c:pt>
                <c:pt idx="94">
                  <c:v>153</c:v>
                </c:pt>
                <c:pt idx="95">
                  <c:v>154</c:v>
                </c:pt>
                <c:pt idx="96">
                  <c:v>155</c:v>
                </c:pt>
                <c:pt idx="97">
                  <c:v>156</c:v>
                </c:pt>
                <c:pt idx="98">
                  <c:v>157</c:v>
                </c:pt>
                <c:pt idx="99">
                  <c:v>158</c:v>
                </c:pt>
                <c:pt idx="100">
                  <c:v>159</c:v>
                </c:pt>
                <c:pt idx="101">
                  <c:v>160</c:v>
                </c:pt>
                <c:pt idx="102">
                  <c:v>161</c:v>
                </c:pt>
                <c:pt idx="103">
                  <c:v>162</c:v>
                </c:pt>
                <c:pt idx="104">
                  <c:v>163</c:v>
                </c:pt>
                <c:pt idx="105">
                  <c:v>164</c:v>
                </c:pt>
                <c:pt idx="106">
                  <c:v>165</c:v>
                </c:pt>
                <c:pt idx="107">
                  <c:v>166</c:v>
                </c:pt>
                <c:pt idx="108">
                  <c:v>167</c:v>
                </c:pt>
                <c:pt idx="109">
                  <c:v>168</c:v>
                </c:pt>
                <c:pt idx="110">
                  <c:v>169</c:v>
                </c:pt>
                <c:pt idx="111">
                  <c:v>170</c:v>
                </c:pt>
                <c:pt idx="112">
                  <c:v>171</c:v>
                </c:pt>
                <c:pt idx="113">
                  <c:v>172</c:v>
                </c:pt>
                <c:pt idx="114">
                  <c:v>173</c:v>
                </c:pt>
                <c:pt idx="115">
                  <c:v>174</c:v>
                </c:pt>
                <c:pt idx="116">
                  <c:v>175</c:v>
                </c:pt>
                <c:pt idx="117">
                  <c:v>176</c:v>
                </c:pt>
                <c:pt idx="118">
                  <c:v>177</c:v>
                </c:pt>
                <c:pt idx="119">
                  <c:v>178</c:v>
                </c:pt>
                <c:pt idx="120">
                  <c:v>179</c:v>
                </c:pt>
                <c:pt idx="121">
                  <c:v>180</c:v>
                </c:pt>
                <c:pt idx="122">
                  <c:v>181</c:v>
                </c:pt>
                <c:pt idx="123">
                  <c:v>182</c:v>
                </c:pt>
                <c:pt idx="124">
                  <c:v>183</c:v>
                </c:pt>
                <c:pt idx="125">
                  <c:v>184</c:v>
                </c:pt>
                <c:pt idx="126">
                  <c:v>185</c:v>
                </c:pt>
                <c:pt idx="127">
                  <c:v>186</c:v>
                </c:pt>
                <c:pt idx="128">
                  <c:v>187</c:v>
                </c:pt>
                <c:pt idx="129">
                  <c:v>188</c:v>
                </c:pt>
                <c:pt idx="130">
                  <c:v>189</c:v>
                </c:pt>
                <c:pt idx="131">
                  <c:v>190</c:v>
                </c:pt>
                <c:pt idx="132">
                  <c:v>191</c:v>
                </c:pt>
                <c:pt idx="133">
                  <c:v>192</c:v>
                </c:pt>
                <c:pt idx="134">
                  <c:v>193</c:v>
                </c:pt>
                <c:pt idx="135">
                  <c:v>194</c:v>
                </c:pt>
                <c:pt idx="136">
                  <c:v>195</c:v>
                </c:pt>
                <c:pt idx="137">
                  <c:v>196</c:v>
                </c:pt>
                <c:pt idx="138">
                  <c:v>197</c:v>
                </c:pt>
                <c:pt idx="139">
                  <c:v>198</c:v>
                </c:pt>
                <c:pt idx="140">
                  <c:v>199</c:v>
                </c:pt>
                <c:pt idx="141">
                  <c:v>200</c:v>
                </c:pt>
                <c:pt idx="142">
                  <c:v>201</c:v>
                </c:pt>
                <c:pt idx="143">
                  <c:v>202</c:v>
                </c:pt>
                <c:pt idx="144">
                  <c:v>203</c:v>
                </c:pt>
                <c:pt idx="145">
                  <c:v>204</c:v>
                </c:pt>
                <c:pt idx="146">
                  <c:v>205</c:v>
                </c:pt>
                <c:pt idx="147">
                  <c:v>206</c:v>
                </c:pt>
                <c:pt idx="148">
                  <c:v>207</c:v>
                </c:pt>
                <c:pt idx="149">
                  <c:v>208</c:v>
                </c:pt>
                <c:pt idx="150">
                  <c:v>209</c:v>
                </c:pt>
                <c:pt idx="151">
                  <c:v>210</c:v>
                </c:pt>
                <c:pt idx="152">
                  <c:v>211</c:v>
                </c:pt>
                <c:pt idx="153">
                  <c:v>212</c:v>
                </c:pt>
                <c:pt idx="154">
                  <c:v>213</c:v>
                </c:pt>
                <c:pt idx="155">
                  <c:v>214</c:v>
                </c:pt>
                <c:pt idx="156">
                  <c:v>215</c:v>
                </c:pt>
              </c:numCache>
            </c:numRef>
          </c:xVal>
          <c:yVal>
            <c:numRef>
              <c:f>'Chart Data'!$B$2:$B$158</c:f>
              <c:numCache>
                <c:formatCode>0.00</c:formatCode>
                <c:ptCount val="157"/>
                <c:pt idx="0">
                  <c:v>0.03043628</c:v>
                </c:pt>
                <c:pt idx="1">
                  <c:v>0.02880204</c:v>
                </c:pt>
                <c:pt idx="2">
                  <c:v>0.02876873</c:v>
                </c:pt>
                <c:pt idx="3">
                  <c:v>0.0306102</c:v>
                </c:pt>
                <c:pt idx="4">
                  <c:v>0.03341855</c:v>
                </c:pt>
                <c:pt idx="5">
                  <c:v>0.03598299</c:v>
                </c:pt>
                <c:pt idx="6">
                  <c:v>0.03964073</c:v>
                </c:pt>
                <c:pt idx="7">
                  <c:v>0.03898266</c:v>
                </c:pt>
                <c:pt idx="8">
                  <c:v>0.03860516</c:v>
                </c:pt>
                <c:pt idx="9">
                  <c:v>0.04047749</c:v>
                </c:pt>
                <c:pt idx="10">
                  <c:v>0.04066738</c:v>
                </c:pt>
                <c:pt idx="11">
                  <c:v>0.04251944</c:v>
                </c:pt>
                <c:pt idx="12">
                  <c:v>0.04749465</c:v>
                </c:pt>
                <c:pt idx="13">
                  <c:v>0.04833587</c:v>
                </c:pt>
                <c:pt idx="14">
                  <c:v>0.04905369</c:v>
                </c:pt>
                <c:pt idx="15">
                  <c:v>0.04786787</c:v>
                </c:pt>
                <c:pt idx="16">
                  <c:v>0.0487187</c:v>
                </c:pt>
                <c:pt idx="17">
                  <c:v>0.0490944</c:v>
                </c:pt>
                <c:pt idx="18">
                  <c:v>0.04724236</c:v>
                </c:pt>
                <c:pt idx="19">
                  <c:v>0.04619901</c:v>
                </c:pt>
                <c:pt idx="20">
                  <c:v>0.04786698</c:v>
                </c:pt>
                <c:pt idx="21">
                  <c:v>0.04973922</c:v>
                </c:pt>
                <c:pt idx="22">
                  <c:v>0.0506892</c:v>
                </c:pt>
                <c:pt idx="23">
                  <c:v>0.04971722</c:v>
                </c:pt>
                <c:pt idx="24">
                  <c:v>0.04804757</c:v>
                </c:pt>
                <c:pt idx="25">
                  <c:v>0.04635538</c:v>
                </c:pt>
                <c:pt idx="26">
                  <c:v>0.04566542</c:v>
                </c:pt>
                <c:pt idx="27">
                  <c:v>0.04750484</c:v>
                </c:pt>
                <c:pt idx="28">
                  <c:v>0.04895747</c:v>
                </c:pt>
                <c:pt idx="29">
                  <c:v>0.050091</c:v>
                </c:pt>
                <c:pt idx="30">
                  <c:v>0.05042949</c:v>
                </c:pt>
                <c:pt idx="31">
                  <c:v>0.05372362</c:v>
                </c:pt>
                <c:pt idx="32">
                  <c:v>0.05645972</c:v>
                </c:pt>
                <c:pt idx="33">
                  <c:v>0.06016396</c:v>
                </c:pt>
                <c:pt idx="34">
                  <c:v>0.06483065</c:v>
                </c:pt>
                <c:pt idx="35">
                  <c:v>0.06764391</c:v>
                </c:pt>
                <c:pt idx="36">
                  <c:v>0.07030396</c:v>
                </c:pt>
                <c:pt idx="37">
                  <c:v>0.07142511</c:v>
                </c:pt>
                <c:pt idx="38">
                  <c:v>0.07119294</c:v>
                </c:pt>
                <c:pt idx="39">
                  <c:v>0.07212303</c:v>
                </c:pt>
                <c:pt idx="40">
                  <c:v>0.07240865</c:v>
                </c:pt>
                <c:pt idx="41">
                  <c:v>0.07179845</c:v>
                </c:pt>
                <c:pt idx="42">
                  <c:v>0.0727813</c:v>
                </c:pt>
                <c:pt idx="43">
                  <c:v>0.07266706</c:v>
                </c:pt>
                <c:pt idx="44">
                  <c:v>0.07276453</c:v>
                </c:pt>
                <c:pt idx="45">
                  <c:v>0.07279997</c:v>
                </c:pt>
                <c:pt idx="46">
                  <c:v>0.0718888</c:v>
                </c:pt>
                <c:pt idx="47">
                  <c:v>0.0707334</c:v>
                </c:pt>
                <c:pt idx="48">
                  <c:v>0.07157763</c:v>
                </c:pt>
                <c:pt idx="49">
                  <c:v>0.07234991</c:v>
                </c:pt>
                <c:pt idx="50">
                  <c:v>0.07311695</c:v>
                </c:pt>
                <c:pt idx="51">
                  <c:v>0.07827612</c:v>
                </c:pt>
                <c:pt idx="52">
                  <c:v>0.0827286</c:v>
                </c:pt>
                <c:pt idx="53">
                  <c:v>0.08784677</c:v>
                </c:pt>
                <c:pt idx="54">
                  <c:v>0.09146273</c:v>
                </c:pt>
                <c:pt idx="55">
                  <c:v>0.09348761</c:v>
                </c:pt>
                <c:pt idx="56">
                  <c:v>0.09257824</c:v>
                </c:pt>
                <c:pt idx="57">
                  <c:v>0.09211039</c:v>
                </c:pt>
                <c:pt idx="58">
                  <c:v>0.09084678</c:v>
                </c:pt>
                <c:pt idx="59">
                  <c:v>0.09029213</c:v>
                </c:pt>
                <c:pt idx="60">
                  <c:v>0.08758004</c:v>
                </c:pt>
                <c:pt idx="61">
                  <c:v>0.08909466</c:v>
                </c:pt>
                <c:pt idx="62">
                  <c:v>0.08878412</c:v>
                </c:pt>
                <c:pt idx="63">
                  <c:v>0.08611762</c:v>
                </c:pt>
                <c:pt idx="64">
                  <c:v>0.08317778</c:v>
                </c:pt>
                <c:pt idx="65">
                  <c:v>0.07733007</c:v>
                </c:pt>
                <c:pt idx="66">
                  <c:v>0.07259638</c:v>
                </c:pt>
                <c:pt idx="67">
                  <c:v>0.06900619</c:v>
                </c:pt>
                <c:pt idx="68">
                  <c:v>0.06620841</c:v>
                </c:pt>
                <c:pt idx="69">
                  <c:v>0.06222585</c:v>
                </c:pt>
                <c:pt idx="70">
                  <c:v>0.06117179</c:v>
                </c:pt>
                <c:pt idx="71">
                  <c:v>0.059483</c:v>
                </c:pt>
                <c:pt idx="72">
                  <c:v>0.05655869</c:v>
                </c:pt>
                <c:pt idx="73">
                  <c:v>0.0549708</c:v>
                </c:pt>
                <c:pt idx="74">
                  <c:v>0.05436191</c:v>
                </c:pt>
                <c:pt idx="75">
                  <c:v>0.05546467</c:v>
                </c:pt>
                <c:pt idx="76">
                  <c:v>0.05702923</c:v>
                </c:pt>
                <c:pt idx="77">
                  <c:v>0.05840508</c:v>
                </c:pt>
                <c:pt idx="78">
                  <c:v>0.06047208</c:v>
                </c:pt>
                <c:pt idx="79">
                  <c:v>0.0608897</c:v>
                </c:pt>
                <c:pt idx="80">
                  <c:v>0.05891807</c:v>
                </c:pt>
                <c:pt idx="81">
                  <c:v>0.05606077</c:v>
                </c:pt>
                <c:pt idx="82">
                  <c:v>0.05409066</c:v>
                </c:pt>
                <c:pt idx="83">
                  <c:v>0.05266462</c:v>
                </c:pt>
                <c:pt idx="84">
                  <c:v>0.05220307</c:v>
                </c:pt>
                <c:pt idx="85">
                  <c:v>0.05264764</c:v>
                </c:pt>
                <c:pt idx="86">
                  <c:v>0.0549166</c:v>
                </c:pt>
                <c:pt idx="87">
                  <c:v>0.05462987</c:v>
                </c:pt>
                <c:pt idx="88">
                  <c:v>0.05689599</c:v>
                </c:pt>
                <c:pt idx="89">
                  <c:v>0.0575756</c:v>
                </c:pt>
                <c:pt idx="90">
                  <c:v>0.06157952</c:v>
                </c:pt>
                <c:pt idx="91">
                  <c:v>0.06132747</c:v>
                </c:pt>
                <c:pt idx="92">
                  <c:v>0.0617341</c:v>
                </c:pt>
                <c:pt idx="93">
                  <c:v>0.06040317</c:v>
                </c:pt>
                <c:pt idx="94">
                  <c:v>0.05939758</c:v>
                </c:pt>
                <c:pt idx="95">
                  <c:v>0.05829583</c:v>
                </c:pt>
                <c:pt idx="96">
                  <c:v>0.05749271</c:v>
                </c:pt>
                <c:pt idx="97">
                  <c:v>0.05847283</c:v>
                </c:pt>
                <c:pt idx="98">
                  <c:v>0.05972024</c:v>
                </c:pt>
                <c:pt idx="99">
                  <c:v>0.06058943</c:v>
                </c:pt>
                <c:pt idx="100">
                  <c:v>0.06007001</c:v>
                </c:pt>
                <c:pt idx="101">
                  <c:v>0.06043133</c:v>
                </c:pt>
                <c:pt idx="102">
                  <c:v>0.05904052</c:v>
                </c:pt>
                <c:pt idx="103">
                  <c:v>0.05897184</c:v>
                </c:pt>
                <c:pt idx="104">
                  <c:v>0.05911891</c:v>
                </c:pt>
                <c:pt idx="105">
                  <c:v>0.06001743</c:v>
                </c:pt>
                <c:pt idx="106">
                  <c:v>0.06220511</c:v>
                </c:pt>
                <c:pt idx="107">
                  <c:v>0.06465438</c:v>
                </c:pt>
                <c:pt idx="108">
                  <c:v>0.0631617</c:v>
                </c:pt>
                <c:pt idx="109">
                  <c:v>0.06293159</c:v>
                </c:pt>
                <c:pt idx="110">
                  <c:v>0.06325018</c:v>
                </c:pt>
                <c:pt idx="111">
                  <c:v>0.06043772</c:v>
                </c:pt>
                <c:pt idx="112">
                  <c:v>0.05845329</c:v>
                </c:pt>
                <c:pt idx="113">
                  <c:v>0.05682412</c:v>
                </c:pt>
                <c:pt idx="114">
                  <c:v>0.05707568</c:v>
                </c:pt>
                <c:pt idx="115">
                  <c:v>0.05880868</c:v>
                </c:pt>
                <c:pt idx="116">
                  <c:v>0.06156879</c:v>
                </c:pt>
                <c:pt idx="117">
                  <c:v>0.06385394</c:v>
                </c:pt>
                <c:pt idx="118">
                  <c:v>0.06552696</c:v>
                </c:pt>
                <c:pt idx="119">
                  <c:v>0.06804908</c:v>
                </c:pt>
                <c:pt idx="120">
                  <c:v>0.07108458</c:v>
                </c:pt>
                <c:pt idx="121">
                  <c:v>0.07029489</c:v>
                </c:pt>
                <c:pt idx="122">
                  <c:v>0.06782188</c:v>
                </c:pt>
                <c:pt idx="123">
                  <c:v>0.0688767</c:v>
                </c:pt>
                <c:pt idx="124">
                  <c:v>0.07051568</c:v>
                </c:pt>
                <c:pt idx="125">
                  <c:v>0.07383887</c:v>
                </c:pt>
                <c:pt idx="126">
                  <c:v>0.07628627</c:v>
                </c:pt>
                <c:pt idx="127">
                  <c:v>0.07910495</c:v>
                </c:pt>
                <c:pt idx="128">
                  <c:v>0.08117906</c:v>
                </c:pt>
                <c:pt idx="129">
                  <c:v>0.08254242</c:v>
                </c:pt>
                <c:pt idx="130">
                  <c:v>0.08392953</c:v>
                </c:pt>
                <c:pt idx="131">
                  <c:v>0.08449803</c:v>
                </c:pt>
                <c:pt idx="132">
                  <c:v>0.08447112</c:v>
                </c:pt>
                <c:pt idx="133">
                  <c:v>0.08494288</c:v>
                </c:pt>
                <c:pt idx="134">
                  <c:v>0.08443587</c:v>
                </c:pt>
                <c:pt idx="135">
                  <c:v>0.08392554</c:v>
                </c:pt>
                <c:pt idx="136">
                  <c:v>0.08086716</c:v>
                </c:pt>
                <c:pt idx="137">
                  <c:v>0.07858353</c:v>
                </c:pt>
                <c:pt idx="138">
                  <c:v>0.07410063</c:v>
                </c:pt>
                <c:pt idx="139">
                  <c:v>0.07093694</c:v>
                </c:pt>
                <c:pt idx="140">
                  <c:v>0.06908366</c:v>
                </c:pt>
                <c:pt idx="141">
                  <c:v>0.06753059</c:v>
                </c:pt>
                <c:pt idx="142">
                  <c:v>0.06709127</c:v>
                </c:pt>
                <c:pt idx="143">
                  <c:v>0.06897398</c:v>
                </c:pt>
                <c:pt idx="144">
                  <c:v>0.06977209</c:v>
                </c:pt>
                <c:pt idx="145">
                  <c:v>0.06990001</c:v>
                </c:pt>
                <c:pt idx="146">
                  <c:v>0.06924405</c:v>
                </c:pt>
                <c:pt idx="147">
                  <c:v>0.06810821</c:v>
                </c:pt>
                <c:pt idx="148">
                  <c:v>0.06659824</c:v>
                </c:pt>
                <c:pt idx="149">
                  <c:v>0.06626908</c:v>
                </c:pt>
                <c:pt idx="150">
                  <c:v>0.06324681</c:v>
                </c:pt>
                <c:pt idx="151">
                  <c:v>0.06210453</c:v>
                </c:pt>
                <c:pt idx="152">
                  <c:v>0.06074819</c:v>
                </c:pt>
                <c:pt idx="153">
                  <c:v>0.06153288</c:v>
                </c:pt>
                <c:pt idx="154">
                  <c:v>0.06018336</c:v>
                </c:pt>
                <c:pt idx="155">
                  <c:v>0.0591735</c:v>
                </c:pt>
                <c:pt idx="156">
                  <c:v>0.0591928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滚动均值 连续有效段2</c:f>
              <c:strCache>
                <c:ptCount val="1"/>
                <c:pt idx="0">
                  <c:v>滚动均值 连续有效段2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Data'!$C$2:$C$22</c:f>
              <c:numCache>
                <c:formatCode>General</c:formatCode>
                <c:ptCount val="21"/>
                <c:pt idx="0">
                  <c:v>310</c:v>
                </c:pt>
                <c:pt idx="1">
                  <c:v>311</c:v>
                </c:pt>
                <c:pt idx="2">
                  <c:v>312</c:v>
                </c:pt>
                <c:pt idx="3">
                  <c:v>313</c:v>
                </c:pt>
                <c:pt idx="4">
                  <c:v>314</c:v>
                </c:pt>
                <c:pt idx="5">
                  <c:v>315</c:v>
                </c:pt>
                <c:pt idx="6">
                  <c:v>316</c:v>
                </c:pt>
                <c:pt idx="7">
                  <c:v>317</c:v>
                </c:pt>
                <c:pt idx="8">
                  <c:v>318</c:v>
                </c:pt>
                <c:pt idx="9">
                  <c:v>319</c:v>
                </c:pt>
                <c:pt idx="10">
                  <c:v>320</c:v>
                </c:pt>
                <c:pt idx="11">
                  <c:v>321</c:v>
                </c:pt>
                <c:pt idx="12">
                  <c:v>322</c:v>
                </c:pt>
                <c:pt idx="13">
                  <c:v>323</c:v>
                </c:pt>
                <c:pt idx="14">
                  <c:v>324</c:v>
                </c:pt>
                <c:pt idx="15">
                  <c:v>325</c:v>
                </c:pt>
                <c:pt idx="16">
                  <c:v>326</c:v>
                </c:pt>
                <c:pt idx="17">
                  <c:v>327</c:v>
                </c:pt>
                <c:pt idx="18">
                  <c:v>328</c:v>
                </c:pt>
                <c:pt idx="19">
                  <c:v>329</c:v>
                </c:pt>
                <c:pt idx="20">
                  <c:v>330</c:v>
                </c:pt>
              </c:numCache>
            </c:numRef>
          </c:xVal>
          <c:yVal>
            <c:numRef>
              <c:f>'Chart Data'!$D$2:$D$22</c:f>
              <c:numCache>
                <c:formatCode>0.00</c:formatCode>
                <c:ptCount val="21"/>
                <c:pt idx="0">
                  <c:v>0.03375336</c:v>
                </c:pt>
                <c:pt idx="1">
                  <c:v>0.03257453</c:v>
                </c:pt>
                <c:pt idx="2">
                  <c:v>0.03300788</c:v>
                </c:pt>
                <c:pt idx="3">
                  <c:v>0.03324019</c:v>
                </c:pt>
                <c:pt idx="4">
                  <c:v>0.03461393</c:v>
                </c:pt>
                <c:pt idx="5">
                  <c:v>0.03572506</c:v>
                </c:pt>
                <c:pt idx="6">
                  <c:v>0.03535724</c:v>
                </c:pt>
                <c:pt idx="7">
                  <c:v>0.03588299</c:v>
                </c:pt>
                <c:pt idx="8">
                  <c:v>0.03803197</c:v>
                </c:pt>
                <c:pt idx="9">
                  <c:v>0.03854099</c:v>
                </c:pt>
                <c:pt idx="10">
                  <c:v>0.04012868</c:v>
                </c:pt>
                <c:pt idx="11">
                  <c:v>0.04132462</c:v>
                </c:pt>
                <c:pt idx="12">
                  <c:v>0.04087615</c:v>
                </c:pt>
                <c:pt idx="13">
                  <c:v>0.03728502</c:v>
                </c:pt>
                <c:pt idx="14">
                  <c:v>0.03440876</c:v>
                </c:pt>
                <c:pt idx="15">
                  <c:v>0.03365955</c:v>
                </c:pt>
                <c:pt idx="16">
                  <c:v>0.02985945</c:v>
                </c:pt>
                <c:pt idx="17">
                  <c:v>0.02789797</c:v>
                </c:pt>
                <c:pt idx="18">
                  <c:v>0.02570939</c:v>
                </c:pt>
                <c:pt idx="19">
                  <c:v>0.02817203</c:v>
                </c:pt>
                <c:pt idx="20">
                  <c:v>0.03161807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滚动均值 连续有效段3</c:f>
              <c:strCache>
                <c:ptCount val="1"/>
                <c:pt idx="0">
                  <c:v>滚动均值 连续有效段3</c:v>
                </c:pt>
              </c:strCache>
            </c:strRef>
          </c:tx>
          <c:spPr>
            <a:ln w="14288" cap="rnd">
              <a:solidFill>
                <a:srgbClr val="167986"/>
              </a:solidFill>
              <a:prstDash val="solid"/>
              <a:round/>
            </a:ln>
          </c:spPr>
          <c:dLbls>
            <c:delete val="1"/>
          </c:dLbls>
          <c:xVal>
            <c:numRef>
              <c:f>'Chart Data'!$E$2:$E$179</c:f>
              <c:numCache>
                <c:formatCode>General</c:formatCode>
                <c:ptCount val="178"/>
                <c:pt idx="0">
                  <c:v>396</c:v>
                </c:pt>
                <c:pt idx="1">
                  <c:v>397</c:v>
                </c:pt>
                <c:pt idx="2">
                  <c:v>398</c:v>
                </c:pt>
                <c:pt idx="3">
                  <c:v>399</c:v>
                </c:pt>
                <c:pt idx="4">
                  <c:v>400</c:v>
                </c:pt>
                <c:pt idx="5">
                  <c:v>401</c:v>
                </c:pt>
                <c:pt idx="6">
                  <c:v>402</c:v>
                </c:pt>
                <c:pt idx="7">
                  <c:v>403</c:v>
                </c:pt>
                <c:pt idx="8">
                  <c:v>404</c:v>
                </c:pt>
                <c:pt idx="9">
                  <c:v>405</c:v>
                </c:pt>
                <c:pt idx="10">
                  <c:v>406</c:v>
                </c:pt>
                <c:pt idx="11">
                  <c:v>407</c:v>
                </c:pt>
                <c:pt idx="12">
                  <c:v>408</c:v>
                </c:pt>
                <c:pt idx="13">
                  <c:v>409</c:v>
                </c:pt>
                <c:pt idx="14">
                  <c:v>410</c:v>
                </c:pt>
                <c:pt idx="15">
                  <c:v>411</c:v>
                </c:pt>
                <c:pt idx="16">
                  <c:v>412</c:v>
                </c:pt>
                <c:pt idx="17">
                  <c:v>413</c:v>
                </c:pt>
                <c:pt idx="18">
                  <c:v>414</c:v>
                </c:pt>
                <c:pt idx="19">
                  <c:v>415</c:v>
                </c:pt>
                <c:pt idx="20">
                  <c:v>416</c:v>
                </c:pt>
                <c:pt idx="21">
                  <c:v>417</c:v>
                </c:pt>
                <c:pt idx="22">
                  <c:v>418</c:v>
                </c:pt>
                <c:pt idx="23">
                  <c:v>419</c:v>
                </c:pt>
                <c:pt idx="24">
                  <c:v>420</c:v>
                </c:pt>
                <c:pt idx="25">
                  <c:v>421</c:v>
                </c:pt>
                <c:pt idx="26">
                  <c:v>422</c:v>
                </c:pt>
                <c:pt idx="27">
                  <c:v>423</c:v>
                </c:pt>
                <c:pt idx="28">
                  <c:v>424</c:v>
                </c:pt>
                <c:pt idx="29">
                  <c:v>425</c:v>
                </c:pt>
                <c:pt idx="30">
                  <c:v>426</c:v>
                </c:pt>
                <c:pt idx="31">
                  <c:v>427</c:v>
                </c:pt>
                <c:pt idx="32">
                  <c:v>428</c:v>
                </c:pt>
                <c:pt idx="33">
                  <c:v>429</c:v>
                </c:pt>
                <c:pt idx="34">
                  <c:v>430</c:v>
                </c:pt>
                <c:pt idx="35">
                  <c:v>431</c:v>
                </c:pt>
                <c:pt idx="36">
                  <c:v>432</c:v>
                </c:pt>
                <c:pt idx="37">
                  <c:v>433</c:v>
                </c:pt>
                <c:pt idx="38">
                  <c:v>434</c:v>
                </c:pt>
                <c:pt idx="39">
                  <c:v>435</c:v>
                </c:pt>
                <c:pt idx="40">
                  <c:v>436</c:v>
                </c:pt>
                <c:pt idx="41">
                  <c:v>437</c:v>
                </c:pt>
                <c:pt idx="42">
                  <c:v>438</c:v>
                </c:pt>
                <c:pt idx="43">
                  <c:v>439</c:v>
                </c:pt>
                <c:pt idx="44">
                  <c:v>440</c:v>
                </c:pt>
                <c:pt idx="45">
                  <c:v>441</c:v>
                </c:pt>
                <c:pt idx="46">
                  <c:v>442</c:v>
                </c:pt>
                <c:pt idx="47">
                  <c:v>443</c:v>
                </c:pt>
                <c:pt idx="48">
                  <c:v>444</c:v>
                </c:pt>
                <c:pt idx="49">
                  <c:v>445</c:v>
                </c:pt>
                <c:pt idx="50">
                  <c:v>446</c:v>
                </c:pt>
                <c:pt idx="51">
                  <c:v>447</c:v>
                </c:pt>
                <c:pt idx="52">
                  <c:v>448</c:v>
                </c:pt>
                <c:pt idx="53">
                  <c:v>449</c:v>
                </c:pt>
                <c:pt idx="54">
                  <c:v>450</c:v>
                </c:pt>
                <c:pt idx="55">
                  <c:v>451</c:v>
                </c:pt>
                <c:pt idx="56">
                  <c:v>452</c:v>
                </c:pt>
                <c:pt idx="57">
                  <c:v>453</c:v>
                </c:pt>
                <c:pt idx="58">
                  <c:v>454</c:v>
                </c:pt>
                <c:pt idx="59">
                  <c:v>455</c:v>
                </c:pt>
                <c:pt idx="60">
                  <c:v>456</c:v>
                </c:pt>
                <c:pt idx="61">
                  <c:v>457</c:v>
                </c:pt>
                <c:pt idx="62">
                  <c:v>458</c:v>
                </c:pt>
                <c:pt idx="63">
                  <c:v>459</c:v>
                </c:pt>
                <c:pt idx="64">
                  <c:v>460</c:v>
                </c:pt>
                <c:pt idx="65">
                  <c:v>461</c:v>
                </c:pt>
                <c:pt idx="66">
                  <c:v>462</c:v>
                </c:pt>
                <c:pt idx="67">
                  <c:v>463</c:v>
                </c:pt>
                <c:pt idx="68">
                  <c:v>464</c:v>
                </c:pt>
                <c:pt idx="69">
                  <c:v>465</c:v>
                </c:pt>
                <c:pt idx="70">
                  <c:v>466</c:v>
                </c:pt>
                <c:pt idx="71">
                  <c:v>467</c:v>
                </c:pt>
                <c:pt idx="72">
                  <c:v>468</c:v>
                </c:pt>
                <c:pt idx="73">
                  <c:v>469</c:v>
                </c:pt>
                <c:pt idx="74">
                  <c:v>470</c:v>
                </c:pt>
                <c:pt idx="75">
                  <c:v>471</c:v>
                </c:pt>
                <c:pt idx="76">
                  <c:v>472</c:v>
                </c:pt>
                <c:pt idx="77">
                  <c:v>473</c:v>
                </c:pt>
                <c:pt idx="78">
                  <c:v>474</c:v>
                </c:pt>
                <c:pt idx="79">
                  <c:v>475</c:v>
                </c:pt>
                <c:pt idx="80">
                  <c:v>476</c:v>
                </c:pt>
                <c:pt idx="81">
                  <c:v>477</c:v>
                </c:pt>
                <c:pt idx="82">
                  <c:v>478</c:v>
                </c:pt>
                <c:pt idx="83">
                  <c:v>479</c:v>
                </c:pt>
                <c:pt idx="84">
                  <c:v>480</c:v>
                </c:pt>
                <c:pt idx="85">
                  <c:v>481</c:v>
                </c:pt>
                <c:pt idx="86">
                  <c:v>482</c:v>
                </c:pt>
                <c:pt idx="87">
                  <c:v>483</c:v>
                </c:pt>
                <c:pt idx="88">
                  <c:v>484</c:v>
                </c:pt>
                <c:pt idx="89">
                  <c:v>485</c:v>
                </c:pt>
                <c:pt idx="90">
                  <c:v>486</c:v>
                </c:pt>
                <c:pt idx="91">
                  <c:v>487</c:v>
                </c:pt>
                <c:pt idx="92">
                  <c:v>488</c:v>
                </c:pt>
                <c:pt idx="93">
                  <c:v>489</c:v>
                </c:pt>
                <c:pt idx="94">
                  <c:v>490</c:v>
                </c:pt>
                <c:pt idx="95">
                  <c:v>491</c:v>
                </c:pt>
                <c:pt idx="96">
                  <c:v>492</c:v>
                </c:pt>
                <c:pt idx="97">
                  <c:v>493</c:v>
                </c:pt>
                <c:pt idx="98">
                  <c:v>494</c:v>
                </c:pt>
                <c:pt idx="99">
                  <c:v>495</c:v>
                </c:pt>
                <c:pt idx="100">
                  <c:v>496</c:v>
                </c:pt>
                <c:pt idx="101">
                  <c:v>497</c:v>
                </c:pt>
                <c:pt idx="102">
                  <c:v>498</c:v>
                </c:pt>
                <c:pt idx="103">
                  <c:v>499</c:v>
                </c:pt>
                <c:pt idx="104">
                  <c:v>500</c:v>
                </c:pt>
                <c:pt idx="105">
                  <c:v>501</c:v>
                </c:pt>
                <c:pt idx="106">
                  <c:v>502</c:v>
                </c:pt>
                <c:pt idx="107">
                  <c:v>503</c:v>
                </c:pt>
                <c:pt idx="108">
                  <c:v>504</c:v>
                </c:pt>
                <c:pt idx="109">
                  <c:v>505</c:v>
                </c:pt>
                <c:pt idx="110">
                  <c:v>506</c:v>
                </c:pt>
                <c:pt idx="111">
                  <c:v>507</c:v>
                </c:pt>
                <c:pt idx="112">
                  <c:v>508</c:v>
                </c:pt>
                <c:pt idx="113">
                  <c:v>509</c:v>
                </c:pt>
                <c:pt idx="114">
                  <c:v>510</c:v>
                </c:pt>
                <c:pt idx="115">
                  <c:v>511</c:v>
                </c:pt>
                <c:pt idx="116">
                  <c:v>512</c:v>
                </c:pt>
                <c:pt idx="117">
                  <c:v>513</c:v>
                </c:pt>
                <c:pt idx="118">
                  <c:v>514</c:v>
                </c:pt>
                <c:pt idx="119">
                  <c:v>515</c:v>
                </c:pt>
                <c:pt idx="120">
                  <c:v>516</c:v>
                </c:pt>
                <c:pt idx="121">
                  <c:v>517</c:v>
                </c:pt>
                <c:pt idx="122">
                  <c:v>518</c:v>
                </c:pt>
                <c:pt idx="123">
                  <c:v>519</c:v>
                </c:pt>
                <c:pt idx="124">
                  <c:v>520</c:v>
                </c:pt>
                <c:pt idx="125">
                  <c:v>521</c:v>
                </c:pt>
                <c:pt idx="126">
                  <c:v>522</c:v>
                </c:pt>
                <c:pt idx="127">
                  <c:v>523</c:v>
                </c:pt>
                <c:pt idx="128">
                  <c:v>524</c:v>
                </c:pt>
                <c:pt idx="129">
                  <c:v>525</c:v>
                </c:pt>
                <c:pt idx="130">
                  <c:v>526</c:v>
                </c:pt>
                <c:pt idx="131">
                  <c:v>527</c:v>
                </c:pt>
                <c:pt idx="132">
                  <c:v>528</c:v>
                </c:pt>
                <c:pt idx="133">
                  <c:v>529</c:v>
                </c:pt>
                <c:pt idx="134">
                  <c:v>530</c:v>
                </c:pt>
                <c:pt idx="135">
                  <c:v>531</c:v>
                </c:pt>
                <c:pt idx="136">
                  <c:v>532</c:v>
                </c:pt>
                <c:pt idx="137">
                  <c:v>533</c:v>
                </c:pt>
                <c:pt idx="138">
                  <c:v>534</c:v>
                </c:pt>
                <c:pt idx="139">
                  <c:v>535</c:v>
                </c:pt>
                <c:pt idx="140">
                  <c:v>536</c:v>
                </c:pt>
                <c:pt idx="141">
                  <c:v>537</c:v>
                </c:pt>
                <c:pt idx="142">
                  <c:v>538</c:v>
                </c:pt>
                <c:pt idx="143">
                  <c:v>539</c:v>
                </c:pt>
                <c:pt idx="144">
                  <c:v>540</c:v>
                </c:pt>
                <c:pt idx="145">
                  <c:v>541</c:v>
                </c:pt>
                <c:pt idx="146">
                  <c:v>542</c:v>
                </c:pt>
                <c:pt idx="147">
                  <c:v>543</c:v>
                </c:pt>
                <c:pt idx="148">
                  <c:v>544</c:v>
                </c:pt>
                <c:pt idx="149">
                  <c:v>545</c:v>
                </c:pt>
                <c:pt idx="150">
                  <c:v>546</c:v>
                </c:pt>
                <c:pt idx="151">
                  <c:v>547</c:v>
                </c:pt>
                <c:pt idx="152">
                  <c:v>548</c:v>
                </c:pt>
                <c:pt idx="153">
                  <c:v>549</c:v>
                </c:pt>
                <c:pt idx="154">
                  <c:v>550</c:v>
                </c:pt>
                <c:pt idx="155">
                  <c:v>551</c:v>
                </c:pt>
                <c:pt idx="156">
                  <c:v>552</c:v>
                </c:pt>
                <c:pt idx="157">
                  <c:v>553</c:v>
                </c:pt>
                <c:pt idx="158">
                  <c:v>554</c:v>
                </c:pt>
                <c:pt idx="159">
                  <c:v>555</c:v>
                </c:pt>
                <c:pt idx="160">
                  <c:v>556</c:v>
                </c:pt>
                <c:pt idx="161">
                  <c:v>557</c:v>
                </c:pt>
                <c:pt idx="162">
                  <c:v>558</c:v>
                </c:pt>
                <c:pt idx="163">
                  <c:v>559</c:v>
                </c:pt>
                <c:pt idx="164">
                  <c:v>560</c:v>
                </c:pt>
                <c:pt idx="165">
                  <c:v>561</c:v>
                </c:pt>
                <c:pt idx="166">
                  <c:v>562</c:v>
                </c:pt>
                <c:pt idx="167">
                  <c:v>563</c:v>
                </c:pt>
                <c:pt idx="168">
                  <c:v>564</c:v>
                </c:pt>
                <c:pt idx="169">
                  <c:v>565</c:v>
                </c:pt>
                <c:pt idx="170">
                  <c:v>566</c:v>
                </c:pt>
                <c:pt idx="171">
                  <c:v>567</c:v>
                </c:pt>
                <c:pt idx="172">
                  <c:v>568</c:v>
                </c:pt>
                <c:pt idx="173">
                  <c:v>569</c:v>
                </c:pt>
                <c:pt idx="174">
                  <c:v>570</c:v>
                </c:pt>
                <c:pt idx="175">
                  <c:v>571</c:v>
                </c:pt>
                <c:pt idx="176">
                  <c:v>572</c:v>
                </c:pt>
                <c:pt idx="177">
                  <c:v>573</c:v>
                </c:pt>
              </c:numCache>
            </c:numRef>
          </c:xVal>
          <c:yVal>
            <c:numRef>
              <c:f>'Chart Data'!$F$2:$F$179</c:f>
              <c:numCache>
                <c:formatCode>0.00</c:formatCode>
                <c:ptCount val="178"/>
                <c:pt idx="0">
                  <c:v>0.06111719</c:v>
                </c:pt>
                <c:pt idx="1">
                  <c:v>0.05645831</c:v>
                </c:pt>
                <c:pt idx="2">
                  <c:v>0.05618061</c:v>
                </c:pt>
                <c:pt idx="3">
                  <c:v>0.05563536</c:v>
                </c:pt>
                <c:pt idx="4">
                  <c:v>0.05654179</c:v>
                </c:pt>
                <c:pt idx="5">
                  <c:v>0.05603729</c:v>
                </c:pt>
                <c:pt idx="6">
                  <c:v>0.0556598</c:v>
                </c:pt>
                <c:pt idx="7">
                  <c:v>0.05591547</c:v>
                </c:pt>
                <c:pt idx="8">
                  <c:v>0.05662891</c:v>
                </c:pt>
                <c:pt idx="9">
                  <c:v>0.05726641</c:v>
                </c:pt>
                <c:pt idx="10">
                  <c:v>0.05755125</c:v>
                </c:pt>
                <c:pt idx="11">
                  <c:v>0.05782981</c:v>
                </c:pt>
                <c:pt idx="12">
                  <c:v>0.060247</c:v>
                </c:pt>
                <c:pt idx="13">
                  <c:v>0.06087408</c:v>
                </c:pt>
                <c:pt idx="14">
                  <c:v>0.06122893</c:v>
                </c:pt>
                <c:pt idx="15">
                  <c:v>0.06083236</c:v>
                </c:pt>
                <c:pt idx="16">
                  <c:v>0.06016375</c:v>
                </c:pt>
                <c:pt idx="17">
                  <c:v>0.06062809</c:v>
                </c:pt>
                <c:pt idx="18">
                  <c:v>0.06130931</c:v>
                </c:pt>
                <c:pt idx="19">
                  <c:v>0.06283323</c:v>
                </c:pt>
                <c:pt idx="20">
                  <c:v>0.06253591</c:v>
                </c:pt>
                <c:pt idx="21">
                  <c:v>0.06353852</c:v>
                </c:pt>
                <c:pt idx="22">
                  <c:v>0.06398968</c:v>
                </c:pt>
                <c:pt idx="23">
                  <c:v>0.06479731</c:v>
                </c:pt>
                <c:pt idx="24">
                  <c:v>0.06404853</c:v>
                </c:pt>
                <c:pt idx="25">
                  <c:v>0.06509967</c:v>
                </c:pt>
                <c:pt idx="26">
                  <c:v>0.06794284</c:v>
                </c:pt>
                <c:pt idx="27">
                  <c:v>0.06960733</c:v>
                </c:pt>
                <c:pt idx="28">
                  <c:v>0.07121395</c:v>
                </c:pt>
                <c:pt idx="29">
                  <c:v>0.07225766</c:v>
                </c:pt>
                <c:pt idx="30">
                  <c:v>0.07340743</c:v>
                </c:pt>
                <c:pt idx="31">
                  <c:v>0.0730489</c:v>
                </c:pt>
                <c:pt idx="32">
                  <c:v>0.07326997</c:v>
                </c:pt>
                <c:pt idx="33">
                  <c:v>0.07390062</c:v>
                </c:pt>
                <c:pt idx="34">
                  <c:v>0.07400002</c:v>
                </c:pt>
                <c:pt idx="35">
                  <c:v>0.07311432</c:v>
                </c:pt>
                <c:pt idx="36">
                  <c:v>0.07229209</c:v>
                </c:pt>
                <c:pt idx="37">
                  <c:v>0.07193317</c:v>
                </c:pt>
                <c:pt idx="38">
                  <c:v>0.07193092</c:v>
                </c:pt>
                <c:pt idx="39">
                  <c:v>0.07226299</c:v>
                </c:pt>
                <c:pt idx="40">
                  <c:v>0.07324125</c:v>
                </c:pt>
                <c:pt idx="41">
                  <c:v>0.07373945</c:v>
                </c:pt>
                <c:pt idx="42">
                  <c:v>0.07430656</c:v>
                </c:pt>
                <c:pt idx="43">
                  <c:v>0.07363363</c:v>
                </c:pt>
                <c:pt idx="44">
                  <c:v>0.07268892</c:v>
                </c:pt>
                <c:pt idx="45">
                  <c:v>0.0710786</c:v>
                </c:pt>
                <c:pt idx="46">
                  <c:v>0.07143995</c:v>
                </c:pt>
                <c:pt idx="47">
                  <c:v>0.06962234</c:v>
                </c:pt>
                <c:pt idx="48">
                  <c:v>0.06861406</c:v>
                </c:pt>
                <c:pt idx="49">
                  <c:v>0.06761284</c:v>
                </c:pt>
                <c:pt idx="50">
                  <c:v>0.06667378</c:v>
                </c:pt>
                <c:pt idx="51">
                  <c:v>0.0648566</c:v>
                </c:pt>
                <c:pt idx="52">
                  <c:v>0.06419195</c:v>
                </c:pt>
                <c:pt idx="53">
                  <c:v>0.06319034</c:v>
                </c:pt>
                <c:pt idx="54">
                  <c:v>0.06168105</c:v>
                </c:pt>
                <c:pt idx="55">
                  <c:v>0.06086422</c:v>
                </c:pt>
                <c:pt idx="56">
                  <c:v>0.058187</c:v>
                </c:pt>
                <c:pt idx="57">
                  <c:v>0.05617413</c:v>
                </c:pt>
                <c:pt idx="58">
                  <c:v>0.05490464</c:v>
                </c:pt>
                <c:pt idx="59">
                  <c:v>0.05483206</c:v>
                </c:pt>
                <c:pt idx="60">
                  <c:v>0.05762401</c:v>
                </c:pt>
                <c:pt idx="61">
                  <c:v>0.06229809</c:v>
                </c:pt>
                <c:pt idx="62">
                  <c:v>0.06610925</c:v>
                </c:pt>
                <c:pt idx="63">
                  <c:v>0.06714046</c:v>
                </c:pt>
                <c:pt idx="64">
                  <c:v>0.06932789</c:v>
                </c:pt>
                <c:pt idx="65">
                  <c:v>0.07089211</c:v>
                </c:pt>
                <c:pt idx="66">
                  <c:v>0.07036807</c:v>
                </c:pt>
                <c:pt idx="67">
                  <c:v>0.06937353</c:v>
                </c:pt>
                <c:pt idx="68">
                  <c:v>0.06892457</c:v>
                </c:pt>
                <c:pt idx="69">
                  <c:v>0.06852029</c:v>
                </c:pt>
                <c:pt idx="70">
                  <c:v>0.0680619</c:v>
                </c:pt>
                <c:pt idx="71">
                  <c:v>0.06765694</c:v>
                </c:pt>
                <c:pt idx="72">
                  <c:v>0.06687466</c:v>
                </c:pt>
                <c:pt idx="73">
                  <c:v>0.0676943</c:v>
                </c:pt>
                <c:pt idx="74">
                  <c:v>0.06711841</c:v>
                </c:pt>
                <c:pt idx="75">
                  <c:v>0.06851296</c:v>
                </c:pt>
                <c:pt idx="76">
                  <c:v>0.07134842</c:v>
                </c:pt>
                <c:pt idx="77">
                  <c:v>0.07310651</c:v>
                </c:pt>
                <c:pt idx="78">
                  <c:v>0.07481046</c:v>
                </c:pt>
                <c:pt idx="79">
                  <c:v>0.07593959</c:v>
                </c:pt>
                <c:pt idx="80">
                  <c:v>0.07625351</c:v>
                </c:pt>
                <c:pt idx="81">
                  <c:v>0.07610426</c:v>
                </c:pt>
                <c:pt idx="82">
                  <c:v>0.07532672</c:v>
                </c:pt>
                <c:pt idx="83">
                  <c:v>0.07400748</c:v>
                </c:pt>
                <c:pt idx="84">
                  <c:v>0.07518911</c:v>
                </c:pt>
                <c:pt idx="85">
                  <c:v>0.07465048</c:v>
                </c:pt>
                <c:pt idx="86">
                  <c:v>0.07293472</c:v>
                </c:pt>
                <c:pt idx="87">
                  <c:v>0.07193487</c:v>
                </c:pt>
                <c:pt idx="88">
                  <c:v>0.07022688</c:v>
                </c:pt>
                <c:pt idx="89">
                  <c:v>0.06876475</c:v>
                </c:pt>
                <c:pt idx="90">
                  <c:v>0.06811823</c:v>
                </c:pt>
                <c:pt idx="91">
                  <c:v>0.06676605</c:v>
                </c:pt>
                <c:pt idx="92">
                  <c:v>0.06607643</c:v>
                </c:pt>
                <c:pt idx="93">
                  <c:v>0.06422639</c:v>
                </c:pt>
                <c:pt idx="94">
                  <c:v>0.06251235</c:v>
                </c:pt>
                <c:pt idx="95">
                  <c:v>0.06258907</c:v>
                </c:pt>
                <c:pt idx="96">
                  <c:v>0.0627851</c:v>
                </c:pt>
                <c:pt idx="97">
                  <c:v>0.06274577</c:v>
                </c:pt>
                <c:pt idx="98">
                  <c:v>0.06139174</c:v>
                </c:pt>
                <c:pt idx="99">
                  <c:v>0.06069471</c:v>
                </c:pt>
                <c:pt idx="100">
                  <c:v>0.06171449</c:v>
                </c:pt>
                <c:pt idx="101">
                  <c:v>0.06149708</c:v>
                </c:pt>
                <c:pt idx="102">
                  <c:v>0.06154601</c:v>
                </c:pt>
                <c:pt idx="103">
                  <c:v>0.06188064</c:v>
                </c:pt>
                <c:pt idx="104">
                  <c:v>0.06191811</c:v>
                </c:pt>
                <c:pt idx="105">
                  <c:v>0.0635665</c:v>
                </c:pt>
                <c:pt idx="106">
                  <c:v>0.06352849</c:v>
                </c:pt>
                <c:pt idx="107">
                  <c:v>0.06375506</c:v>
                </c:pt>
                <c:pt idx="108">
                  <c:v>0.06399923</c:v>
                </c:pt>
                <c:pt idx="109">
                  <c:v>0.06465816</c:v>
                </c:pt>
                <c:pt idx="110">
                  <c:v>0.06416021</c:v>
                </c:pt>
                <c:pt idx="111">
                  <c:v>0.06368098</c:v>
                </c:pt>
                <c:pt idx="112">
                  <c:v>0.06377309</c:v>
                </c:pt>
                <c:pt idx="113">
                  <c:v>0.0645917</c:v>
                </c:pt>
                <c:pt idx="114">
                  <c:v>0.06423864</c:v>
                </c:pt>
                <c:pt idx="115">
                  <c:v>0.06363957</c:v>
                </c:pt>
                <c:pt idx="116">
                  <c:v>0.06470354</c:v>
                </c:pt>
                <c:pt idx="117">
                  <c:v>0.06581409</c:v>
                </c:pt>
                <c:pt idx="118">
                  <c:v>0.06717838</c:v>
                </c:pt>
                <c:pt idx="119">
                  <c:v>0.06617142</c:v>
                </c:pt>
                <c:pt idx="120">
                  <c:v>0.0660941</c:v>
                </c:pt>
                <c:pt idx="121">
                  <c:v>0.06545917</c:v>
                </c:pt>
                <c:pt idx="122">
                  <c:v>0.06205974</c:v>
                </c:pt>
                <c:pt idx="123">
                  <c:v>0.0598288</c:v>
                </c:pt>
                <c:pt idx="124">
                  <c:v>0.05684558</c:v>
                </c:pt>
                <c:pt idx="125">
                  <c:v>0.0548509</c:v>
                </c:pt>
                <c:pt idx="126">
                  <c:v>0.05454647</c:v>
                </c:pt>
                <c:pt idx="127">
                  <c:v>0.05563562</c:v>
                </c:pt>
                <c:pt idx="128">
                  <c:v>0.05480065</c:v>
                </c:pt>
                <c:pt idx="129">
                  <c:v>0.05486109</c:v>
                </c:pt>
                <c:pt idx="130">
                  <c:v>0.0559081</c:v>
                </c:pt>
                <c:pt idx="131">
                  <c:v>0.05687319</c:v>
                </c:pt>
                <c:pt idx="132">
                  <c:v>0.05639989</c:v>
                </c:pt>
                <c:pt idx="133">
                  <c:v>0.05488748</c:v>
                </c:pt>
                <c:pt idx="134">
                  <c:v>0.0557986</c:v>
                </c:pt>
                <c:pt idx="135">
                  <c:v>0.05549585</c:v>
                </c:pt>
                <c:pt idx="136">
                  <c:v>0.05470823</c:v>
                </c:pt>
                <c:pt idx="137">
                  <c:v>0.05299699</c:v>
                </c:pt>
                <c:pt idx="138">
                  <c:v>0.053153</c:v>
                </c:pt>
                <c:pt idx="139">
                  <c:v>0.05143238</c:v>
                </c:pt>
                <c:pt idx="140">
                  <c:v>0.05255853</c:v>
                </c:pt>
                <c:pt idx="141">
                  <c:v>0.052269</c:v>
                </c:pt>
                <c:pt idx="142">
                  <c:v>0.05396658</c:v>
                </c:pt>
                <c:pt idx="143">
                  <c:v>0.05543602</c:v>
                </c:pt>
                <c:pt idx="144">
                  <c:v>0.05657183</c:v>
                </c:pt>
                <c:pt idx="145">
                  <c:v>0.05641829</c:v>
                </c:pt>
                <c:pt idx="146">
                  <c:v>0.05765684</c:v>
                </c:pt>
                <c:pt idx="147">
                  <c:v>0.05875865</c:v>
                </c:pt>
                <c:pt idx="148">
                  <c:v>0.05905969</c:v>
                </c:pt>
                <c:pt idx="149">
                  <c:v>0.05801217</c:v>
                </c:pt>
                <c:pt idx="150">
                  <c:v>0.05499746</c:v>
                </c:pt>
                <c:pt idx="151">
                  <c:v>0.05325495</c:v>
                </c:pt>
                <c:pt idx="152">
                  <c:v>0.05140336</c:v>
                </c:pt>
                <c:pt idx="153">
                  <c:v>0.05075132</c:v>
                </c:pt>
                <c:pt idx="154">
                  <c:v>0.05026267</c:v>
                </c:pt>
                <c:pt idx="155">
                  <c:v>0.05033672</c:v>
                </c:pt>
                <c:pt idx="156">
                  <c:v>0.05205458</c:v>
                </c:pt>
                <c:pt idx="157">
                  <c:v>0.05271426</c:v>
                </c:pt>
                <c:pt idx="158">
                  <c:v>0.05413397</c:v>
                </c:pt>
                <c:pt idx="159">
                  <c:v>0.0548875</c:v>
                </c:pt>
                <c:pt idx="160">
                  <c:v>0.05229257</c:v>
                </c:pt>
                <c:pt idx="161">
                  <c:v>0.05123942</c:v>
                </c:pt>
                <c:pt idx="162">
                  <c:v>0.05014231</c:v>
                </c:pt>
                <c:pt idx="163">
                  <c:v>0.04887825</c:v>
                </c:pt>
                <c:pt idx="164">
                  <c:v>0.04758891</c:v>
                </c:pt>
                <c:pt idx="165">
                  <c:v>0.04348767</c:v>
                </c:pt>
                <c:pt idx="166">
                  <c:v>0.04350209</c:v>
                </c:pt>
                <c:pt idx="167">
                  <c:v>0.04265887</c:v>
                </c:pt>
                <c:pt idx="168">
                  <c:v>0.04250395</c:v>
                </c:pt>
                <c:pt idx="169">
                  <c:v>0.0414818</c:v>
                </c:pt>
                <c:pt idx="170">
                  <c:v>0.0410521</c:v>
                </c:pt>
                <c:pt idx="171">
                  <c:v>0.04170865</c:v>
                </c:pt>
                <c:pt idx="172">
                  <c:v>0.04222777</c:v>
                </c:pt>
                <c:pt idx="173">
                  <c:v>0.04185277</c:v>
                </c:pt>
                <c:pt idx="174">
                  <c:v>0.04315418</c:v>
                </c:pt>
                <c:pt idx="175">
                  <c:v>0.04278945</c:v>
                </c:pt>
                <c:pt idx="176">
                  <c:v>0.04178244</c:v>
                </c:pt>
                <c:pt idx="177">
                  <c:v>0.04125139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579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midCat"/>
      </c:valAx>
    </c:plotArea>
    <c:plotVisOnly val="1"/>
    <c:dispBlanksAs val="gap"/>
    <c:showDLblsOverMax val="0"/>
    <c:extLst>
      <c:ext uri="{0b15fc19-7d7d-44ad-8c2d-2c3a37ce22c3}">
        <chartProps xmlns="https://web.wps.cn/et/2018/main" chartId="{7131d38d-8a2b-4607-90e1-321d084e2961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IC</c:f>
              <c:strCache>
                <c:ptCount val="1"/>
                <c:pt idx="0">
                  <c:v>IC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0.05957035</c:v>
                </c:pt>
                <c:pt idx="1">
                  <c:v>0.04985189</c:v>
                </c:pt>
                <c:pt idx="2">
                  <c:v>0.05657579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2610dea-a9b5-409d-ba29-401261392eb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训练</c:f>
              <c:strCache>
                <c:ptCount val="1"/>
                <c:pt idx="0">
                  <c:v>训练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1日</c:v>
                </c:pt>
                <c:pt idx="1">
                  <c:v>5日</c:v>
                </c:pt>
                <c:pt idx="2">
                  <c:v>20日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0.03894948</c:v>
                </c:pt>
                <c:pt idx="1">
                  <c:v>0.05265813</c:v>
                </c:pt>
                <c:pt idx="2">
                  <c:v>0.06089455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2025</c:f>
              <c:strCache>
                <c:ptCount val="1"/>
                <c:pt idx="0">
                  <c:v>2025</c:v>
                </c:pt>
              </c:strCache>
            </c:strRef>
          </c:tx>
          <c:spPr>
            <a:ln w="17145" cap="rnd">
              <a:solidFill>
                <a:srgbClr val="AB6C3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1日</c:v>
                </c:pt>
                <c:pt idx="1">
                  <c:v>5日</c:v>
                </c:pt>
                <c:pt idx="2">
                  <c:v>20日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0.03329677</c:v>
                </c:pt>
                <c:pt idx="1">
                  <c:v>0.05657579</c:v>
                </c:pt>
                <c:pt idx="2">
                  <c:v>0.06629267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311c9c0-fbc7-463c-847c-99dbcdacef2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窗口收益</c:f>
              <c:strCache>
                <c:ptCount val="1"/>
                <c:pt idx="0">
                  <c:v>窗口收益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Data'!$A$2:$A$11</c:f>
              <c:strCache>
                <c:ptCount val="1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</c:strCache>
            </c:strRef>
          </c:cat>
          <c:val>
            <c:numRef>
              <c:f>'Chart Data'!$B$2:$B$11</c:f>
              <c:numCache>
                <c:formatCode>0.00</c:formatCode>
                <c:ptCount val="10"/>
                <c:pt idx="0">
                  <c:v>-0.21131251</c:v>
                </c:pt>
                <c:pt idx="1">
                  <c:v>0.37777995</c:v>
                </c:pt>
                <c:pt idx="2">
                  <c:v>0.57933485</c:v>
                </c:pt>
                <c:pt idx="3">
                  <c:v>0.70088645</c:v>
                </c:pt>
                <c:pt idx="4">
                  <c:v>0.80646815</c:v>
                </c:pt>
                <c:pt idx="5">
                  <c:v>0.93564996</c:v>
                </c:pt>
                <c:pt idx="6">
                  <c:v>0.8607134</c:v>
                </c:pt>
                <c:pt idx="7">
                  <c:v>0.90193026</c:v>
                </c:pt>
                <c:pt idx="8">
                  <c:v>0.85984542</c:v>
                </c:pt>
                <c:pt idx="9">
                  <c:v>0.6139233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de6499b-07f1-46e7-9528-795ba885db1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家族等权</c:f>
              <c:strCache>
                <c:ptCount val="1"/>
                <c:pt idx="0">
                  <c:v>家族等权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0.00</c:formatCode>
                <c:ptCount val="12"/>
                <c:pt idx="0">
                  <c:v>0.08706414</c:v>
                </c:pt>
                <c:pt idx="1">
                  <c:v>0.07237568</c:v>
                </c:pt>
                <c:pt idx="2">
                  <c:v>0.20437984</c:v>
                </c:pt>
                <c:pt idx="3">
                  <c:v>0.09151842</c:v>
                </c:pt>
                <c:pt idx="4">
                  <c:v>0.12580545</c:v>
                </c:pt>
                <c:pt idx="5">
                  <c:v>0.13876187</c:v>
                </c:pt>
                <c:pt idx="6">
                  <c:v>0.14765151</c:v>
                </c:pt>
                <c:pt idx="7">
                  <c:v>0.06787655</c:v>
                </c:pt>
                <c:pt idx="8">
                  <c:v>0.06565034</c:v>
                </c:pt>
                <c:pt idx="9">
                  <c:v>0.1324925</c:v>
                </c:pt>
                <c:pt idx="10">
                  <c:v>0.13422155</c:v>
                </c:pt>
                <c:pt idx="11">
                  <c:v>0.05014726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正交后等权</c:f>
              <c:strCache>
                <c:ptCount val="1"/>
                <c:pt idx="0">
                  <c:v>正交后等权</c:v>
                </c:pt>
              </c:strCache>
            </c:strRef>
          </c:tx>
          <c:spPr>
            <a:ln w="17145" cap="rnd">
              <a:solidFill>
                <a:srgbClr val="AB6C3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0.00</c:formatCode>
                <c:ptCount val="12"/>
                <c:pt idx="0">
                  <c:v>0.07268071</c:v>
                </c:pt>
                <c:pt idx="1">
                  <c:v>0.0490923</c:v>
                </c:pt>
                <c:pt idx="2">
                  <c:v>0.08784166</c:v>
                </c:pt>
                <c:pt idx="3">
                  <c:v>0.02667502</c:v>
                </c:pt>
                <c:pt idx="4">
                  <c:v>0.05945314</c:v>
                </c:pt>
                <c:pt idx="5">
                  <c:v>0.07331323</c:v>
                </c:pt>
                <c:pt idx="6">
                  <c:v>0.0915207</c:v>
                </c:pt>
                <c:pt idx="7">
                  <c:v>0.04831771</c:v>
                </c:pt>
                <c:pt idx="8">
                  <c:v>0.04565858</c:v>
                </c:pt>
                <c:pt idx="9">
                  <c:v>0.07758226</c:v>
                </c:pt>
                <c:pt idx="10">
                  <c:v>0.04439197</c:v>
                </c:pt>
                <c:pt idx="11">
                  <c:v>0.03765376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eb5c00d-5dfc-4343-81f5-98eb59116efb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家族等权</c:f>
              <c:strCache>
                <c:ptCount val="1"/>
                <c:pt idx="0">
                  <c:v>家族等权</c:v>
                </c:pt>
              </c:strCache>
            </c:strRef>
          </c:tx>
          <c:spPr>
            <a:ln w="17145" cap="rnd">
              <a:solidFill>
                <a:srgbClr val="167986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0.26887245</c:v>
                </c:pt>
                <c:pt idx="1">
                  <c:v>0.81082498</c:v>
                </c:pt>
                <c:pt idx="2">
                  <c:v>0.87025646</c:v>
                </c:pt>
                <c:pt idx="3">
                  <c:v>0.95467154</c:v>
                </c:pt>
                <c:pt idx="4">
                  <c:v>0.96752333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正交后等权</c:f>
              <c:strCache>
                <c:ptCount val="1"/>
                <c:pt idx="0">
                  <c:v>正交后等权</c:v>
                </c:pt>
              </c:strCache>
            </c:strRef>
          </c:tx>
          <c:spPr>
            <a:ln w="17145" cap="rnd">
              <a:solidFill>
                <a:srgbClr val="AB6C3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Data'!$C$2:$C$6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0.34767308</c:v>
                </c:pt>
                <c:pt idx="1">
                  <c:v>0.71786826</c:v>
                </c:pt>
                <c:pt idx="2">
                  <c:v>0.79183653</c:v>
                </c:pt>
                <c:pt idx="3">
                  <c:v>0.87943655</c:v>
                </c:pt>
                <c:pt idx="4">
                  <c:v>0.88570569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c7d2784-94f8-4bc4-9364-756b232cabd1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ΔIC</c:f>
              <c:strCache>
                <c:ptCount val="1"/>
                <c:pt idx="0">
                  <c:v>ΔIC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0.0000</c:formatCode>
                <c:ptCount val="8"/>
                <c:pt idx="0">
                  <c:v>-0.00196433</c:v>
                </c:pt>
                <c:pt idx="1">
                  <c:v>-0.00193168</c:v>
                </c:pt>
                <c:pt idx="2">
                  <c:v>-0.00188537</c:v>
                </c:pt>
                <c:pt idx="3">
                  <c:v>-0.0014616</c:v>
                </c:pt>
                <c:pt idx="4">
                  <c:v>-0.00130993</c:v>
                </c:pt>
                <c:pt idx="5">
                  <c:v>-0.00083135</c:v>
                </c:pt>
                <c:pt idx="6">
                  <c:v>-0.00081515</c:v>
                </c:pt>
                <c:pt idx="7">
                  <c:v>-0.00046438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a0fffb6-031b-4403-a41b-da5d45fdcd79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ΔIC</c:f>
              <c:strCache>
                <c:ptCount val="1"/>
                <c:pt idx="0">
                  <c:v>ΔIC</c:v>
                </c:pt>
              </c:strCache>
            </c:strRef>
          </c:tx>
          <c:spPr>
            <a:solidFill>
              <a:srgbClr val="167986"/>
            </a:solidFill>
            <a:ln w="17145">
              <a:solidFill>
                <a:srgbClr val="167986"/>
              </a:solidFill>
            </a:ln>
          </c:spPr>
          <c:invertIfNegative val="0"/>
          <c:dLbls>
            <c:delete val="1"/>
          </c:dLbls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0.0000</c:formatCode>
                <c:ptCount val="8"/>
                <c:pt idx="0">
                  <c:v>0.00072138</c:v>
                </c:pt>
                <c:pt idx="1">
                  <c:v>0.00072011</c:v>
                </c:pt>
                <c:pt idx="2">
                  <c:v>0.00068157</c:v>
                </c:pt>
                <c:pt idx="3">
                  <c:v>0.00068055</c:v>
                </c:pt>
                <c:pt idx="4">
                  <c:v>0.00061556</c:v>
                </c:pt>
                <c:pt idx="5">
                  <c:v>0.00058805</c:v>
                </c:pt>
                <c:pt idx="6">
                  <c:v>0.00053738</c:v>
                </c:pt>
                <c:pt idx="7">
                  <c:v>0.00051397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d884b4a-a731-4eb3-ba3a-57bcfda09b83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767715" y="1124585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83D59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3000" b="1">
                <a:solidFill>
                  <a:srgbClr val="183D59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中证</a:t>
            </a:r>
            <a:r>
              <a:rPr sz="3000" b="0">
                <a:solidFill>
                  <a:srgbClr val="183D59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2000</a:t>
            </a:r>
            <a:r>
              <a:rPr sz="3000" b="1">
                <a:solidFill>
                  <a:srgbClr val="183D59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横截面因子分析</a:t>
            </a:r>
            <a:endParaRPr sz="3000" b="1">
              <a:solidFill>
                <a:srgbClr val="183D59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0955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83D59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3600" b="1">
                <a:solidFill>
                  <a:srgbClr val="183D59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单因子筛选与固定多因子开发验证</a:t>
            </a:r>
            <a:endParaRPr sz="3600" b="1">
              <a:solidFill>
                <a:srgbClr val="183D59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7909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135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75" b="0">
                <a:solidFill>
                  <a:srgbClr val="2135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研究信号区间：2023-08-11 至 2026-05-22</a:t>
            </a:r>
            <a:endParaRPr sz="2175" b="0">
              <a:solidFill>
                <a:srgbClr val="2135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461962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7D8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0">
                <a:solidFill>
                  <a:schemeClr val="tx1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阶段汇报    2026年10月8日</a:t>
            </a:r>
            <a:endParaRPr sz="2025" b="0">
              <a:solidFill>
                <a:schemeClr val="tx1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中证</a:t>
            </a: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2000</a:t>
            </a: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动态成分股横截面因子研究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条件性单因子统计与固定多因子开发验证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76250" y="1571625"/>
          <a:ext cx="11239500" cy="3571876"/>
        </p:xfrm>
        <a:graphic>
          <a:graphicData uri="http://schemas.openxmlformats.org/drawingml/2006/table">
            <a:tbl>
              <a:tblPr/>
              <a:tblGrid>
                <a:gridCol w="2286000"/>
                <a:gridCol w="8953500"/>
              </a:tblGrid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研究要素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本阶段设定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研究对象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中证2000逐交易日动态成分股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因子来源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天软002聪明钱、005收盘集合竞价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候选规模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114个字段，隔离2个</a:t>
                      </a:r>
                      <a:r>
                        <a:rPr lang="en-US"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（</a:t>
                      </a:r>
                      <a:r>
                        <a:rPr sz="1875">
                          <a:solidFill>
                            <a:srgbClr val="2135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  <a:sym typeface="+mn-ea"/>
                        </a:rPr>
                        <a:t>暂停</a:t>
                      </a:r>
                      <a:r>
                        <a:rPr sz="1875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  <a:sym typeface="+mn-ea"/>
                        </a:rPr>
                        <a:t>f005__t029、f005__t046</a:t>
                      </a:r>
                      <a:r>
                        <a:rPr lang="en-US" sz="1875">
                          <a:solidFill>
                            <a:srgbClr val="2135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  <a:sym typeface="+mn-ea"/>
                        </a:rPr>
                        <a:t>）</a:t>
                      </a:r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，检验112个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时间划分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2023—2024训练</a:t>
                      </a:r>
                      <a:r>
                        <a:rPr lang="en-US"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、</a:t>
                      </a:r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2025开发验证</a:t>
                      </a:r>
                      <a:r>
                        <a:rPr lang="en-US"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、</a:t>
                      </a:r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2026已查看留验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评价核心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5日RankIC、分层窗口收益差、家族与复合评分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进度边界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净费完整回测与ETF超额比较尚未完成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572125"/>
            <a:ext cx="11239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研究目标：检验未来收益排序能力，明确统计证据与可交易收益之间的边界。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研究概述与阶段目标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研究问题：现有因子能否区分</a:t>
            </a:r>
            <a:r>
              <a:rPr sz="1575" b="1">
                <a:solidFill>
                  <a:srgbClr val="617583"/>
                </a:solidFill>
                <a:latin typeface="Heiti SC Medium" panose="02000000000000000000" charset="-122"/>
                <a:ea typeface="Heiti SC Medium" panose="02000000000000000000" charset="-122"/>
                <a:cs typeface="Heiti SC" panose="02000000000000000000" charset="-122"/>
              </a:rPr>
              <a:t>未来收益排名</a:t>
            </a: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？家族压缩后能否保留有效信息？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381125"/>
          <a:ext cx="11239500" cy="2952750"/>
        </p:xfrm>
        <a:graphic>
          <a:graphicData uri="http://schemas.openxmlformats.org/drawingml/2006/table">
            <a:tbl>
              <a:tblPr/>
              <a:tblGrid>
                <a:gridCol w="1333500"/>
                <a:gridCol w="5524500"/>
                <a:gridCol w="43815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层次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本阶段工作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交付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数据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重建成员、统一主键、异常隔离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动态池／研究面板／收益标签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单因子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分阶段方向、显著性与分组检验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112字段诊断／75→72→11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多因子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训练聚类、代表选择与固定评分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42家族／两类复合模型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工程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框架审计、账本原型与复现核验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缺陷清单／任务对照／归档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6672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中证2000提供小市值研究范围，动态成员避免当前名单追溯使用。</a:t>
            </a:r>
            <a:endParaRPr sz="1875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1244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本阶段验收：输入可追溯、参数来源明确、统计结果可复核。</a:t>
            </a:r>
            <a:endParaRPr sz="1875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5816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真实成交、成本、容量与ETF增强另行验收。</a:t>
            </a:r>
            <a:endParaRPr sz="1875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整体研究框架与证据链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八个环节对应输入、统计结果及后续工程验收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476250" y="1571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01 数据构建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动态成员、行情、因子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主键与质量核验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3076575" y="2095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3333750" y="1571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02 单因子筛选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异常隔离、训练方向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冻结候选与门槛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5934075" y="2095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6" name="表格 25"/>
          <p:cNvGraphicFramePr/>
          <p:nvPr/>
        </p:nvGraphicFramePr>
        <p:xfrm>
          <a:off x="6191250" y="1571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03 IC检验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Rank／Pearson IC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HAC、多重校正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8791575" y="2095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8" name="表格 27"/>
          <p:cNvGraphicFramePr/>
          <p:nvPr/>
        </p:nvGraphicFramePr>
        <p:xfrm>
          <a:off x="9048750" y="1571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04 分层统计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五分位、补充十组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窗口均值与单调性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476250" y="3476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05 家族分析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训练相关矩阵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75候选／42家族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3076575" y="4000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31" name="表格 30"/>
          <p:cNvGraphicFramePr/>
          <p:nvPr/>
        </p:nvGraphicFramePr>
        <p:xfrm>
          <a:off x="3333750" y="3476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06 正交与合成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代表、方向、权重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固定2025验证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>
            <a:spLocks noGrp="1"/>
          </p:cNvSpPr>
          <p:nvPr/>
        </p:nvSpPr>
        <p:spPr>
          <a:xfrm>
            <a:off x="5934075" y="4000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33" name="表格 32"/>
          <p:cNvGraphicFramePr/>
          <p:nvPr/>
        </p:nvGraphicFramePr>
        <p:xfrm>
          <a:off x="6191250" y="3476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07 框架审计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5项底层缺陷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3项账本问题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>
            <a:spLocks noGrp="1"/>
          </p:cNvSpPr>
          <p:nvPr/>
        </p:nvSpPr>
        <p:spPr>
          <a:xfrm>
            <a:off x="8791575" y="40005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 algn="ctr">
              <a:defRPr sz="2025" b="0">
                <a:solidFill>
                  <a:srgbClr val="167986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>
                <a:solidFill>
                  <a:srgbClr val="167986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→</a:t>
            </a:r>
            <a:endParaRPr sz="2025">
              <a:solidFill>
                <a:srgbClr val="167986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35" name="表格 34"/>
          <p:cNvGraphicFramePr/>
          <p:nvPr/>
        </p:nvGraphicFramePr>
        <p:xfrm>
          <a:off x="9048750" y="3476625"/>
          <a:ext cx="2571750" cy="1428750"/>
        </p:xfrm>
        <a:graphic>
          <a:graphicData uri="http://schemas.openxmlformats.org/drawingml/2006/table">
            <a:tbl>
              <a:tblPr/>
              <a:tblGrid>
                <a:gridCol w="25717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08 进度总结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任务矩阵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缺口与验收计划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476250" y="5715000"/>
            <a:ext cx="11239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控制原则：动态成员；训练冻结；跨段标签清除；异常不填回；结果与配置留痕。</a:t>
            </a:r>
            <a:endParaRPr sz="1725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数据覆盖｜2023—2025来源记录覆盖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记录存在率不等于所有字段非缺失，也不等于可交易样本覆盖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76250" y="1381125"/>
          <a:ext cx="11239500" cy="2143125"/>
        </p:xfrm>
        <a:graphic>
          <a:graphicData uri="http://schemas.openxmlformats.org/drawingml/2006/table">
            <a:tbl>
              <a:tblPr/>
              <a:tblGrid>
                <a:gridCol w="1333500"/>
                <a:gridCol w="1333500"/>
                <a:gridCol w="2190750"/>
                <a:gridCol w="2190750"/>
                <a:gridCol w="2095500"/>
                <a:gridCol w="2095500"/>
              </a:tblGrid>
              <a:tr h="535781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年份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交易日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池内行数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行情可用%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002记录%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005记录%</a:t>
                      </a:r>
                      <a:endParaRPr sz="18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2023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95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190000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99.945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99.945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100.000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2024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242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484000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99.917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99.745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99.942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243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486000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99.820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99.764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99.872</a:t>
                      </a:r>
                      <a:endParaRPr sz="18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37719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来源覆盖率（%）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="476250" y="4095750"/>
          <a:ext cx="6191250" cy="200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671945" y="4324350"/>
            <a:ext cx="5102860" cy="10883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002包含聪明钱算法参数变体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>
              <a:lnSpc>
                <a:spcPct val="150000"/>
              </a:lnSpc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005包含竞价价格、成交与比例字段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数据集构建与防偏差设计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研究区间与归档覆盖范围分开报告，归档行数不等于检验有效样本数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381125"/>
          <a:ext cx="11239500" cy="3143252"/>
        </p:xfrm>
        <a:graphic>
          <a:graphicData uri="http://schemas.openxmlformats.org/drawingml/2006/table">
            <a:tbl>
              <a:tblPr/>
              <a:tblGrid>
                <a:gridCol w="2095500"/>
                <a:gridCol w="9144000"/>
              </a:tblGrid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项目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实际口径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信号研究区间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2023-08-11至2026-05-22，窗口另受退出价覆盖约束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归档面板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734个交易日／1,468,000行，覆盖至2026-08-21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股票池与主键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逐日历史成员；trade_date＋ts_code联合唯一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因子与缺失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002表60字段＋005表54字段；缺失记NaN，不默认填充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排除t029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隔夜涨幅基准与公式未核实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排除t046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开盘／收盘定义矛盾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81012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收益对齐：r(t,h)＝Open(t＋1＋h)／Open(t＋1)－1，h＝1／5／20交易日。</a:t>
            </a:r>
            <a:endParaRPr sz="1725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24827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训练标签退出日不得跨入2025。当前为原价算术核验＋窗口质量筛查。</a:t>
            </a:r>
            <a:endParaRPr sz="1725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68642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完整公司行动与总回报证据未补齐，结果属于条件价格收益。</a:t>
            </a:r>
            <a:endParaRPr sz="1725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实证评价体系与统计推断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统计显著性、收益分离与交易收益分别评价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381125"/>
          <a:ext cx="11239500" cy="3143250"/>
        </p:xfrm>
        <a:graphic>
          <a:graphicData uri="http://schemas.openxmlformats.org/drawingml/2006/table">
            <a:tbl>
              <a:tblPr/>
              <a:tblGrid>
                <a:gridCol w="2000250"/>
                <a:gridCol w="5048250"/>
                <a:gridCol w="41910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指标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定义／用途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解释边界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RankIC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每日评分与未来收益Spearman相关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排序能力，不是收益率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Pearson IC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因子值与未来收益线性相关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受尺度、极值影响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ICIR／IC胜率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IC均值÷标准差／正IC日期占比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不是夏普／交易胜率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分层收益差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固定方向Q5－Q1窗口均值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重叠窗口算术统计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分组单调性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组序号与组平均收益秩相关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不是净费后单调性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81012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HAC：处理IC序列的异方差与时间相关，报告21／42日滞后敏感性。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24827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多重校正：保留原BY筛选，补充Bonferroni／Holm／BH／BY。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686425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补充每时期、每IC方法登记342项比较，不据新统计追选因子。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三阶段单因子筛选：75→72→11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原筛选通过数量，尚未加入老师要求的完整净费策略门槛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2" name="Chart"/>
          <p:cNvGraphicFramePr/>
          <p:nvPr/>
        </p:nvGraphicFramePr>
        <p:xfrm>
          <a:off x="476250" y="1524000"/>
          <a:ext cx="5810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6762750" y="1571625"/>
          <a:ext cx="4953000" cy="2476500"/>
        </p:xfrm>
        <a:graphic>
          <a:graphicData uri="http://schemas.openxmlformats.org/drawingml/2006/table">
            <a:tbl>
              <a:tblPr/>
              <a:tblGrid>
                <a:gridCol w="1524000"/>
                <a:gridCol w="1714500"/>
                <a:gridCol w="17145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阶段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占112比例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阶段保留率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训练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67.0%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Times New Roman" panose="02020503050405090304" charset="0"/>
                        </a:rPr>
                        <a:t>—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64.3%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96.0%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2026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9.8%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15.3%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76250" y="495300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2026通过数量明显收缩，同时受效应变化、样本长度和统计功效影响。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38162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不达标不等于真实预测能力为零。各阶段样本长度不同。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81025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11字段用于记录原筛选表现；固定多因子模型由75个训练候选构建。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全体112字段｜5日平均RankIC分布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固定训练方向，训练与2025并列；横轴为字段平均IC，纵轴为字段数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全部字段，不只展示达标者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623570" y="1701165"/>
          <a:ext cx="11162665" cy="368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551180" y="5972175"/>
            <a:ext cx="736155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边界：这是字段均值分布，不是日IC分布；相关字段不能视为独立试验。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5619750"/>
            <a:ext cx="11239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方向由训练确定，训练分布偏正部分来自方向设定，不能视为额外验证。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2026已查看留验：11个达标字段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5日窗口；IC按训练方向调整；11字段原始有效方向均为负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76250" y="1333500"/>
          <a:ext cx="11239500" cy="4171956"/>
        </p:xfrm>
        <a:graphic>
          <a:graphicData uri="http://schemas.openxmlformats.org/drawingml/2006/table">
            <a:tbl>
              <a:tblPr/>
              <a:tblGrid>
                <a:gridCol w="4286250"/>
                <a:gridCol w="1571625"/>
                <a:gridCol w="1571625"/>
                <a:gridCol w="1571625"/>
                <a:gridCol w="2238375"/>
              </a:tblGrid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字段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训练IC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 IC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2026 IC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高低组差¹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f002__beta_dot2_dot4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0.0579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0.0846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0.0535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0.5322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f002__beta_dot15_dot4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0.0574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0.0815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0.0516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0.5375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f002__beta_dot25_dot4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0.0571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0.0857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0.0526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0.5183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f002__beta_dot1_dot4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0.0545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0.0757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0.0494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0.5649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f005__t033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0.0527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0.0566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0.0384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0.6674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f005__t002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0.0435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0.0872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0.0611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0.4777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f002__beta_dot2_dot5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0.0424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0.0668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0.0491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0.5683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f002__beta_dot15_dot5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0.0414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0.0647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0.0483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0.5461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f002__beta_dot25_dot5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0.0411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0.0687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0.0502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0.5446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f002__beta_dot3_dot5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0.0407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0.0688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0.0482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0.5146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f002__beta_dot1_dot5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0.0372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0.0608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0.0458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0.5729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619750"/>
            <a:ext cx="112395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9个聪明钱参数变体＋2个竞价字段。2026平均IC为0.0384—0.0611。</a:t>
            </a:r>
            <a:endParaRPr sz="1650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962650"/>
            <a:ext cx="112395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¹ 单位：百分点。重叠窗口算术均值，未计完整成本，不是复利收益。</a:t>
            </a:r>
            <a:endParaRPr sz="1650" b="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11字段跨期对照｜平均IC变化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11字段来自已查看留验达标名单，仅用于描述，不用于重新构建模型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训练方向调整后的5日RankIC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476250" y="1772920"/>
          <a:ext cx="7491730" cy="3475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967980" y="1516380"/>
            <a:ext cx="3667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2026的11个平均IC均低于2025，仍通过原门槛。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67980" y="2792730"/>
            <a:ext cx="3667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边界：按2026表现挑出的子集存在展示选择，不能代表全部112字段。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5619750"/>
            <a:ext cx="11239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两类示例：002选beta_dot2_dot4，005选t033。用于解释方法，不声称最优代表。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单因子时序｜002 / beta_dot2_dot4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日IC与严格60交易日滚动均值；方向仅由训练确定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954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476250" y="1619250"/>
          <a:ext cx="7239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76250" y="3571875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00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2023-08-11                 按交易日序号排列，缺失不连线                 2025-12-31</a:t>
            </a:r>
            <a:endParaRPr sz="1200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39624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滚动60交易日IC（缺失窗口不填补）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="476250" y="4286250"/>
          <a:ext cx="7239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476250" y="5953125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00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2023-08-11                 按交易日序号排列，缺失不连线                 2025-12-31</a:t>
            </a:r>
            <a:endParaRPr sz="1200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48625" y="1619250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训练均值 0.0579；2025均值 0.0846。</a:t>
            </a:r>
            <a:endParaRPr sz="165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2695575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2025有效 237 日；正IC占比 81.9%。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40370" y="3501390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日IC波动不表示策略回撤。滚动曲线只用当日及过去60日，缺失可能形成断点。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48625" y="4848225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判断稳定性要看负值持续区间及跨年变化，不能只看总均值。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单因子诊断｜002 / beta_dot2_dot4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年度、预测期限与十组窗口统计，使用固定训练方向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34302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分年5日RankIC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476250" y="1666875"/>
          <a:ext cx="5238750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429375" y="134302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期限对照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6429375" y="1666875"/>
          <a:ext cx="5238750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476250" y="40100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2025十组平均5日收益（%）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476250" y="4333875"/>
          <a:ext cx="6477000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7429500" y="4191000"/>
            <a:ext cx="42862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共同日期 118 天。</a:t>
            </a:r>
            <a:endParaRPr sz="157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  <a:p>
            <a:pPr>
              <a:lnSpc>
                <a:spcPct val="150000"/>
              </a:lnSpc>
              <a:defRPr sz="157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定向单调性ρ：0.697。</a:t>
            </a:r>
            <a:endParaRPr sz="157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0" y="5191125"/>
            <a:ext cx="4286250" cy="11442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5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Q1低评分、Q10高评分。高分端未严格递增，Q10回落。负向字段已反转组序，窗口均值不可连乘净值。</a:t>
            </a:r>
            <a:endParaRPr sz="15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单因子时序｜005 / t033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日IC与严格60交易日滚动均值；方向仅由训练确定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954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476250" y="1619250"/>
          <a:ext cx="7239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76250" y="3571875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00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2023-08-11                 按交易日序号排列，缺失不连线                 2025-12-31</a:t>
            </a:r>
            <a:endParaRPr sz="1200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39624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滚动60交易日IC（缺失窗口不填补）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="476250" y="4286250"/>
          <a:ext cx="7239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476250" y="5953125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00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2023-08-11                 按交易日序号排列，缺失不连线                 2025-12-31</a:t>
            </a:r>
            <a:endParaRPr sz="1200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48625" y="1619250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训练均值 0.0527；2025均值 0.0566。</a:t>
            </a:r>
            <a:endParaRPr sz="165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2695575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2025有效 237 日；正IC占比 84.8%。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48625" y="3771900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日IC波动不表示策略回撤。滚动曲线只用当日及过去60日，缺失可能形成断点。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48625" y="4848225"/>
            <a:ext cx="36671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判断稳定性要看负值持续区间及跨年变化，不能只看总均值。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单因子诊断｜005 / t033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年度、预测期限与十组窗口统计，使用固定训练方向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16205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分年5日RankIC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476250" y="1666875"/>
          <a:ext cx="5238750" cy="2046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429375" y="103314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期限对照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6429375" y="1460500"/>
          <a:ext cx="5285740" cy="2466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476250" y="40100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2025十组平均5日收益（%）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476250" y="4333875"/>
          <a:ext cx="6477000" cy="1942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7448550" y="4314825"/>
            <a:ext cx="42862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共同日期 113 天。</a:t>
            </a:r>
            <a:endParaRPr sz="157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  <a:p>
            <a:pPr>
              <a:defRPr sz="157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定向单调性ρ：0.636。</a:t>
            </a:r>
            <a:endParaRPr sz="157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48550" y="5340985"/>
            <a:ext cx="42862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Q1低评分、Q10高评分。高分端未严格递增，Q10回落。负向字段已反转组序，窗口均值不可连乘净值。</a:t>
            </a:r>
            <a:endParaRPr sz="15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因子共线性与相关性结构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11个留验达标字段对应8个原筛选家族；全体训练候选的相关性见左图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381125"/>
            <a:ext cx="5334000" cy="466725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6858000" y="1428750"/>
          <a:ext cx="4857750" cy="2000252"/>
        </p:xfrm>
        <a:graphic>
          <a:graphicData uri="http://schemas.openxmlformats.org/drawingml/2006/table">
            <a:tbl>
              <a:tblPr/>
              <a:tblGrid>
                <a:gridCol w="2000250"/>
                <a:gridCol w="2857500"/>
              </a:tblGrid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原筛选家族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存活成员</a:t>
                      </a:r>
                      <a:endParaRPr sz="15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beta_dot2_dot4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dot2／dot15／dot25，β参数0.4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beta_dot2_dot5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dot2／dot25，β参数0.5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其余6家族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各1个存活字段</a:t>
                      </a:r>
                      <a:endParaRPr sz="15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858000" y="37147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11字段不等于11份独立信息。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0" y="41719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重复参数可能重复计入同一信号。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46291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8家族与后续42家族为不同流程。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0" y="50863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家族之间仍可能存在相关性。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55435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图：75训练候选，非11字段子矩阵。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11字段相关性｜训练期子矩阵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单元格显示绝对平均日Spearman，编号沿用11字段结果表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476375"/>
          <a:ext cx="7597140" cy="4823460"/>
        </p:xfrm>
        <a:graphic>
          <a:graphicData uri="http://schemas.openxmlformats.org/drawingml/2006/table">
            <a:tbl>
              <a:tblPr/>
              <a:tblGrid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  <a:gridCol w="633095"/>
              </a:tblGrid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编号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0.96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0.96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0.84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0.84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0.30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0.30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0.93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0.95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0.79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0.82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0.76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0.10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0.85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0.91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0.81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83B8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0.77</a:t>
                      </a:r>
                      <a:endParaRPr sz="14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C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1.00</a:t>
                      </a:r>
                      <a:endParaRPr sz="14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6979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429625" y="1619250"/>
            <a:ext cx="3190875" cy="12192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颜色越深，两个字段排名越相近。对角线为自身相关＝1。</a:t>
            </a:r>
            <a:endParaRPr sz="165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29625" y="2952750"/>
            <a:ext cx="3190875" cy="12192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绝对平均相关≥0.95显示为深色。参数变体重复信息可直接观察。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29625" y="4286250"/>
            <a:ext cx="3190875" cy="12192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此处为75候选矩阵的子集。原8家族来自另一冻结流程，不能按本矩阵直接重判。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训练家族体系：75候选压缩为42家族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42为统计分组数，不代表42个独立经济信号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76250" y="1381125"/>
          <a:ext cx="6572250" cy="2862580"/>
        </p:xfrm>
        <a:graphic>
          <a:graphicData uri="http://schemas.openxmlformats.org/drawingml/2006/table">
            <a:tbl>
              <a:tblPr/>
              <a:tblGrid>
                <a:gridCol w="1714500"/>
                <a:gridCol w="4857750"/>
              </a:tblGrid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环节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训练冻结规则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日相关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共同有效样本≥200，Spearman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跨日汇总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先均值有符号ρ，再取绝对值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距离／算法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1－|平均ρ|；完全连接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截断／代表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距离0.05；覆盖率优先、字段顺序打平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7524750" y="1391920"/>
          <a:ext cx="4191000" cy="2846705"/>
        </p:xfrm>
        <a:graphic>
          <a:graphicData uri="http://schemas.openxmlformats.org/drawingml/2006/table">
            <a:tbl>
              <a:tblPr/>
              <a:tblGrid>
                <a:gridCol w="1524000"/>
                <a:gridCol w="1333500"/>
                <a:gridCol w="1333500"/>
              </a:tblGrid>
              <a:tr h="46545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家族规模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家族数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字段数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18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合计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75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76250" y="4667250"/>
            <a:ext cx="11239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家族内最低绝对平均相关约0.9512。仅使用2023—2024训练信息。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143500"/>
            <a:ext cx="11239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0.95为固定设计阈值，尚未证明最优；不同于老师提出的0.7方案。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619750"/>
            <a:ext cx="11239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112个受检字段中只有75个训练达标候选进入本次聚类。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单因子全局诊断与解释范围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有效证据集中于聪明钱参数变体与竞价交易信息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381125"/>
          <a:ext cx="11239500" cy="3190878"/>
        </p:xfrm>
        <a:graphic>
          <a:graphicData uri="http://schemas.openxmlformats.org/drawingml/2006/table">
            <a:tbl>
              <a:tblPr/>
              <a:tblGrid>
                <a:gridCol w="1714500"/>
                <a:gridCol w="4191000"/>
                <a:gridCol w="5334000"/>
              </a:tblGrid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维度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已有证据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结论边界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候选范围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002聪明钱／005竞价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并非Alpha101或全品类因子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跨期延续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75→72→11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通过收缩，不等于所有不通过者失效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存活结构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9个参数变体＋2个竞价字段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信息类别较窄，共线性明显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方向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11字段均为训练固定负向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仅针对原始值定义及本样本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全量诊断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112字段分年、期限、日IC图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支持逐字段追溯，不替代交易检验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85775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字段beta是聪明钱算法参数，不能解释为市场风险β。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28637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未建立完整估值／质量因子检验集合，不能声称该类因子全部失效。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71500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流动性等经济解释仍需行业、市值及风险暴露控制，不直接外推北交所。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因子正交化原理与处理流程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去除代表字段之间的线性投影，构建合成评分对照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1428750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uⱼ ＝ zⱼ － Σₖ＜ⱼ [〈zⱼ,uₖ〉／〈uₖ,uₖ〉] uₖ</a:t>
            </a:r>
            <a:endParaRPr sz="255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476250" y="2286000"/>
          <a:ext cx="6381750" cy="3000378"/>
        </p:xfrm>
        <a:graphic>
          <a:graphicData uri="http://schemas.openxmlformats.org/drawingml/2006/table">
            <a:tbl>
              <a:tblPr/>
              <a:tblGrid>
                <a:gridCol w="1666875"/>
                <a:gridCol w="4714875"/>
              </a:tblGrid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处理步骤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实现约束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输入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训练冻结42个代表和方向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预处理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信号日MAD5及截面标准化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残差化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固定字段顺序Gram–Schmidt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评分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按冻结缺失与合成规则执行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比较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并列报告未正交与正交模型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334250" y="2428875"/>
            <a:ext cx="4381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正交处理不保证统计独立。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334250" y="3000375"/>
            <a:ext cx="4381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处理顺序影响残差及最终评分。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334250" y="3571875"/>
            <a:ext cx="4381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因子正交≠行业市值中性化。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334250" y="4143375"/>
            <a:ext cx="4381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单日投影不使用未来收益。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334250" y="4714875"/>
            <a:ext cx="4381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不按2025表现事后选赢家。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6250" y="57340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93602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93602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已完成：统计对照。待完成：完整行业市值中性化与净费后增量检验。</a:t>
            </a:r>
            <a:endParaRPr sz="1800" b="0">
              <a:solidFill>
                <a:srgbClr val="93602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固定权重多因子模型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候选、方向、家族、代表、权重与缺失规则在训练阶段冻结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76250" y="1380490"/>
          <a:ext cx="11239500" cy="3001010"/>
        </p:xfrm>
        <a:graphic>
          <a:graphicData uri="http://schemas.openxmlformats.org/drawingml/2006/table">
            <a:tbl>
              <a:tblPr/>
              <a:tblGrid>
                <a:gridCol w="1905000"/>
                <a:gridCol w="4667250"/>
                <a:gridCol w="4667250"/>
              </a:tblGrid>
              <a:tr h="5003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组成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家族等权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正交后家族等权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来源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75个训练候选／42家族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相同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方向／代表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训练5日IC／覆盖率优先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相同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预处理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MAD5＋截面zscore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预处理后增加正交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名义权重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每个家族1／42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每个家族1／42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验证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2025固定开发验证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同区间并列报告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810125"/>
            <a:ext cx="1123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评分：S(i,t)＝Σ有效家族[wₖ × 定向标准分]／Σ有效家族wₖ。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257800"/>
            <a:ext cx="1123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至少34／42个家族有效，否则评分缺失；固定规则归一，不前向填充。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705475"/>
            <a:ext cx="1123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未利用2026存活名单反向选模。ICIR加权方案尚未完成。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复合模型表现与跨期证据边界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已核验结果：2025固定开发验证；完整训练／2025／2026同口径对照尚未形成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76250" y="1381125"/>
          <a:ext cx="11239500" cy="3000375"/>
        </p:xfrm>
        <a:graphic>
          <a:graphicData uri="http://schemas.openxmlformats.org/drawingml/2006/table">
            <a:tbl>
              <a:tblPr/>
              <a:tblGrid>
                <a:gridCol w="2095500"/>
                <a:gridCol w="1047750"/>
                <a:gridCol w="1571625"/>
                <a:gridCol w="1571625"/>
                <a:gridCol w="1381125"/>
                <a:gridCol w="2000250"/>
                <a:gridCol w="1571625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模型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窗口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RankIC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HAC t21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IC天数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组差¹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分组天数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0.0725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10.53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241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0.1796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0.1110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8.24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0.7052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160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0.1414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5.94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222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3.5016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正交后等权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0.0367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13.36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241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0.1396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224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正交后等权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0.0598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10.76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0.5542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166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正交后等权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0.0802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11.75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222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2.2012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43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695825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5日家族等权IC＝0.1110，正交后＝0.0598；均值高不代表盈利能力更强。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095875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20日分组仅43—44个有效日期；两模型分组样本不完全一致。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495925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¹ 单位：百分点，重叠窗口算术均值。不能连乘为净值或直接年化。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895975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不使用单因子2026记录替代复合模型2026结果。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复合评分月度IC｜2025开发验证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逐日5日IC按信号月份取平均，未复利、未重新拟合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两模型月均5日RankIC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476250" y="1571625"/>
          <a:ext cx="7429500" cy="405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8048625" y="1917065"/>
            <a:ext cx="3667125" cy="88582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横轴为2025月份，纵轴为该月有效日期的平均IC。</a:t>
            </a:r>
            <a:endParaRPr sz="165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48625" y="3068955"/>
            <a:ext cx="3667125" cy="108839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观察：两模型12个月均为正。家族等权3月较强、12月较弱，效应存在月份差异。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67675" y="4220845"/>
            <a:ext cx="3667125" cy="88582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65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月度统计不能视为12个独立试验。月末标签覆盖及缺失会影响有效日数。</a:t>
            </a:r>
            <a:endParaRPr sz="165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5876925"/>
            <a:ext cx="1123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00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每月IC有效天数：01:18  02:18  03:21  04:21  05:19  06:20  07:23  08:21  09:22  10:17  11:20  12:17</a:t>
            </a:r>
            <a:endParaRPr sz="1500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复合评分分层｜五组共同日期窗口均值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每模型仅使用五组同时有效的日期，单独报告样本数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2025五组平均5日收益（%）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476250" y="1571625"/>
          <a:ext cx="7429500" cy="3954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8048625" y="16192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家族等权：149天；正交后：151天。</a:t>
            </a:r>
            <a:endParaRPr sz="157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12125" y="263715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5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共同五组口径Q5−Q1分别为 0.6987、0.5380 个百分点。</a:t>
            </a:r>
            <a:endParaRPr sz="15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67675" y="393319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5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五组均值总体递增，Q4至Q5增量较小。全五组共同日期与原表两端有效日期不同，数值无需相同。</a:t>
            </a:r>
            <a:endParaRPr sz="15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5805170"/>
            <a:ext cx="11239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Q1低评分、Q5高评分；这是分层收益均值图，不是净值曲线。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显著性解释｜HAC不改变IC，只修正不确定性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5日收益窗口重叠，不能把237个日期当作完全独立观测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76250" y="1381125"/>
          <a:ext cx="11239500" cy="2316480"/>
        </p:xfrm>
        <a:graphic>
          <a:graphicData uri="http://schemas.openxmlformats.org/drawingml/2006/table">
            <a:tbl>
              <a:tblPr/>
              <a:tblGrid>
                <a:gridCol w="2476500"/>
                <a:gridCol w="2095500"/>
                <a:gridCol w="2095500"/>
                <a:gridCol w="2095500"/>
                <a:gridCol w="2476500"/>
              </a:tblGrid>
              <a:tr h="772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模型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平均IC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HAC t21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HAC t42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BY q（6项）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家族等权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0.1110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8.24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8.85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4.99e-16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正交后等权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0.0598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10.76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12.72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2.57e-26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3905250"/>
            <a:ext cx="11239500" cy="48577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t(HAC)＝平均IC／经过时间相关与异方差修正的均值标准误。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4419600"/>
            <a:ext cx="11239500" cy="48577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21／42指考虑的滞后范围，不是持仓期；两种设定下结论均显著。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4933950"/>
            <a:ext cx="11239500" cy="48577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多重校正仅对应登记的六项模型×期限比较，未覆盖全部历史试验。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448300"/>
            <a:ext cx="11239500" cy="485775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  <a:defRPr sz="187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HAC不能修复前视、收益计算错误、条件样本筛选或交易成本缺失。</a:t>
            </a:r>
            <a:endParaRPr sz="187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家族剔除诊断｜删除后IC下降最多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ΔIC＝移除该家族后的IC－同日期基准IC；只作固定模型诊断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平均ΔIC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476250" y="1571625"/>
          <a:ext cx="61912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7191375" y="1476375"/>
          <a:ext cx="4524375" cy="3476628"/>
        </p:xfrm>
        <a:graphic>
          <a:graphicData uri="http://schemas.openxmlformats.org/drawingml/2006/table">
            <a:tbl>
              <a:tblPr/>
              <a:tblGrid>
                <a:gridCol w="3095625"/>
                <a:gridCol w="857250"/>
                <a:gridCol w="571500"/>
              </a:tblGrid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序号／代表字段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ΔIC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日期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 f005__t004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-0.00196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 f005__t002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-0.00193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 f005__t003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-0.00189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 f005__t031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-0.00146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 f005__t033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-0.00131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 f005__t005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-0.00083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 f005__t051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-0.00082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 f005__t050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-0.00046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476250" y="514350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负值：删除后排序能力下降；正值：删除后排序能力上升。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54355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这是2025已见开发诊断，不能据此删家族后继续称原模型“未调参”。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594360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均值差可能受家族交互影响，不是净收益归因或因果贡献。完整42项见附件。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家族剔除诊断｜删除后IC上升最多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ΔIC＝移除该家族后的IC－同日期基准IC；只作固定模型诊断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12477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平均ΔIC</a:t>
            </a:r>
            <a:endParaRPr sz="1725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4" name="Chart"/>
          <p:cNvGraphicFramePr/>
          <p:nvPr/>
        </p:nvGraphicFramePr>
        <p:xfrm>
          <a:off x="476250" y="1571625"/>
          <a:ext cx="61912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7191375" y="1476375"/>
          <a:ext cx="4524375" cy="3476628"/>
        </p:xfrm>
        <a:graphic>
          <a:graphicData uri="http://schemas.openxmlformats.org/drawingml/2006/table">
            <a:tbl>
              <a:tblPr/>
              <a:tblGrid>
                <a:gridCol w="3095625"/>
                <a:gridCol w="857250"/>
                <a:gridCol w="571500"/>
              </a:tblGrid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序号／代表字段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ΔIC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日期</a:t>
                      </a:r>
                      <a:endParaRPr sz="127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>
                    <a:solidFill>
                      <a:srgbClr val="17364D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 f002__beta_dot15_dot5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0.00072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 f002__beta_dot1_dot5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0.00072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3 f002__beta_dot2_dot5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0.00068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 f002__beta_dot1_dot4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0.00068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5 f002__beta_dot25_dot5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0.00062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6 f002__beta_dot15_dot4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0.00059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 f002__beta_dot1_dot25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0.00054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0F4F6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8 f002__beta_dot2_dot4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0.00051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237</a:t>
                      </a:r>
                      <a:endParaRPr sz="127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476250" y="514350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负值：删除后排序能力下降；正值：删除后排序能力上升。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54355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这是2025已见开发诊断，不能据此删家族后继续称原模型“未调参”。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5943600"/>
            <a:ext cx="11239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均值差可能受家族交互影响，不是净收益归因或因果贡献。完整42项见附件。</a:t>
            </a:r>
            <a:endParaRPr sz="1725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框架审计：5项底层缺陷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审计与边界已完成；真实执行数据与完整回测验证待完成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76250" y="1381125"/>
          <a:ext cx="11239500" cy="3762378"/>
        </p:xfrm>
        <a:graphic>
          <a:graphicData uri="http://schemas.openxmlformats.org/drawingml/2006/table">
            <a:tbl>
              <a:tblPr/>
              <a:tblGrid>
                <a:gridCol w="2333625"/>
                <a:gridCol w="4429125"/>
                <a:gridCol w="4476750"/>
              </a:tblGrid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缺陷／风险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失真机制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本项目处理</a:t>
                      </a:r>
                      <a:endParaRPr sz="1725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静态股票池／高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当前快照回溯，成员选择偏差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弃用默认池，接入逐日成员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复权收益／高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加法调整价格比率失真，开收盘口径不符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沿用核验标签，完整总回报另补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ST／限价／高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当前名称代替历史状态，复权价判限价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自建历史状态和原价判定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日期／填充／高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ZIP日不证明可得性，旧值跨异常缺口延续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不默认填充，保留隔离与日期语义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普通t检验／高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重叠窗口相关使标准误失真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自有HAC与登记多重校正</a:t>
                      </a:r>
                      <a:endParaRPr sz="1725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381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仅借用模块组织，默认股票池、收益、状态、填充与统计逻辑全部替换。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79120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上游仓库保持不变，在适配层隔离修复。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交易账本3项问题与复现验收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12项合成场景测试通过，尚未完成真实全样本连续账本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76250" y="1381125"/>
          <a:ext cx="11239500" cy="2714625"/>
        </p:xfrm>
        <a:graphic>
          <a:graphicData uri="http://schemas.openxmlformats.org/drawingml/2006/table">
            <a:tbl>
              <a:tblPr/>
              <a:tblGrid>
                <a:gridCol w="2571750"/>
                <a:gridCol w="4155440"/>
                <a:gridCol w="4512310"/>
              </a:tblGrid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问题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影响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修复与验收</a:t>
                      </a:r>
                      <a:endParaRPr sz="180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首次收益与成本漏记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首期损益失真，方向取决于收益与费用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交易前初始净值；逐项核对首日损益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旧目标持续触发交易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无新信号仍买卖，增加非计划换手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区分新调仓、续单与估值路径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停牌预算按零计价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持仓存在但预算归零，配置失真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分离估值与成交价，保留冻结持仓价值</a:t>
                      </a:r>
                      <a:endParaRPr sz="180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447675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账本恒等式：净资产＝现金＋Σ（持仓数量×估值价格）。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490537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已完成：原型修复与合成测试。部分完成：费用与执行规则接口。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533400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待完成：真实状态接入、公司行动及逐日现金／持仓／成交全量对账。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576262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停牌持仓估值不代表能够按该价格成交。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框架复用边界与自有逻辑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自有逻辑指数据处理、统计及执行规则，不代表供应商因子由本项目生产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76250" y="1381125"/>
          <a:ext cx="11239500" cy="4191003"/>
        </p:xfrm>
        <a:graphic>
          <a:graphicData uri="http://schemas.openxmlformats.org/drawingml/2006/table">
            <a:tbl>
              <a:tblPr/>
              <a:tblGrid>
                <a:gridCol w="2190750"/>
                <a:gridCol w="6096000"/>
                <a:gridCol w="2952750"/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模块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接入方式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当前状态</a:t>
                      </a:r>
                      <a:endParaRPr sz="16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正交化／评分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参考结构，自有候选、方向、家族和权重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统计对照已完成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交易账本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修复后适配，不直接使用默认交易行为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原型测试完成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净值报告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复用展示，必须连接验收账本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真实净值待完成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动态股票池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自有历史成员，弃用默认静态池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已完成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因子匹配／缺失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自有主键、异常隔离、不默认填充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当前统计输入完成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收益标签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自有算术核验，弃用旧HFQ比率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条件收益完成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ST／停牌／限价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自建历史状态与执行接口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真实覆盖待完成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显著性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自有HAC、多重校正、跨段控制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当前统计口径完成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8102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93602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93602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版本控制：冻结结果不覆盖，上游数据不修改，适配与补充结果单独归档。</a:t>
            </a:r>
            <a:endParaRPr sz="1800">
              <a:solidFill>
                <a:srgbClr val="93602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研究局限与统计结论边界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已落实计算层控制，但数据历史可得性与真实可交易性仍有证据缺口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76250" y="1381125"/>
          <a:ext cx="11239500" cy="3762376"/>
        </p:xfrm>
        <a:graphic>
          <a:graphicData uri="http://schemas.openxmlformats.org/drawingml/2006/table">
            <a:tbl>
              <a:tblPr/>
              <a:tblGrid>
                <a:gridCol w="1809750"/>
                <a:gridCol w="4381500"/>
                <a:gridCol w="5048250"/>
              </a:tblGrid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风险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现有状态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结论约束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因子时点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供应商可得性为输入假设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条件于信号截止前可获得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已查看时期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2025开发验证、2026已查看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不能称完全未触碰样本外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窗口筛查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存在事后稳定性条件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存在条件样本选择风险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总回报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公司行动证据未完整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不是完整投资者总回报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风格解释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缺行业、市值完整控制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独立选股能力未充分证明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交易现实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成本、状态、容量未完整接入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不能报告实盘或ETF超额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研究自由度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已对登记集合多重校正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未覆盖全部历史试验与选择</a:t>
                      </a:r>
                      <a:endParaRPr sz="1725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391150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已落实：历史成员、训练冻结、跨段清除、异常隔离、不默认填充、结果留痕。</a:t>
            </a:r>
            <a:endParaRPr sz="1725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81977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动态池不等于消除全部选择偏差；参数冻结不等于整个研究历史从未查看留验。</a:t>
            </a:r>
            <a:endParaRPr sz="1725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下一阶段工作计划与验收顺序</a:t>
            </a:r>
            <a:endParaRPr sz="2700" b="1">
              <a:solidFill>
                <a:srgbClr val="17364D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先补证据并验收账本，再讨论净收益与ETF增强</a:t>
            </a:r>
            <a:endParaRPr sz="1575" b="0">
              <a:solidFill>
                <a:srgbClr val="617583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76250" y="1381125"/>
          <a:ext cx="11239500" cy="3524250"/>
        </p:xfrm>
        <a:graphic>
          <a:graphicData uri="http://schemas.openxmlformats.org/drawingml/2006/table">
            <a:tbl>
              <a:tblPr/>
              <a:tblGrid>
                <a:gridCol w="1000125"/>
                <a:gridCol w="2476500"/>
                <a:gridCol w="3952875"/>
                <a:gridCol w="3810000"/>
              </a:tblGrid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优先级</a:t>
                      </a:r>
                      <a:endParaRPr sz="1650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任务</a:t>
                      </a:r>
                      <a:endParaRPr sz="1650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主要输入／实现</a:t>
                      </a:r>
                      <a:endParaRPr sz="1650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验收输出</a:t>
                      </a:r>
                      <a:endParaRPr sz="1650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P0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时点与收益证据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可得性记录、公司行动、总回报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时点表、收益复核与异常清单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P0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真实账本接入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历史ST、限价、停复牌、费用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逐日持仓／现金／成交对账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P1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带约束完整回测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固定评分、</a:t>
                      </a:r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T+1</a:t>
                      </a:r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、调仓及冲击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毛净费净值、换手与回撤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P1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指数与ETF比较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同期间、可比总回报基准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主动收益、跟踪误差、信息比率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P2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稳健性拓展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2／3／10</a:t>
                      </a:r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日、状态、市值行业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期限衰减、中性化与分状态</a:t>
                      </a:r>
                      <a:r>
                        <a:rPr sz="16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IC</a:t>
                      </a:r>
                      <a:endParaRPr sz="16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P2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真正新时期验证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事前冻结模型与评价方案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43747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新增时期报告，不据结果重拟合</a:t>
                      </a:r>
                      <a:endParaRPr sz="1650" b="0">
                        <a:solidFill>
                          <a:srgbClr val="243747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52768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新模型、新阈值另登记实验，不覆盖原筛选结果。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573405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输入缺失明确记录，不能用默认值伪造通过；不承诺未经确认的完成日期。</a:t>
            </a:r>
            <a:endParaRPr sz="1800" b="0">
              <a:solidFill>
                <a:srgbClr val="243747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57200" y="238125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64D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00" b="0">
                <a:solidFill>
                  <a:srgbClr val="17364D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总结：已有发现、研究贡献与进度边界</a:t>
            </a:r>
            <a:endParaRPr sz="2700" b="0">
              <a:solidFill>
                <a:srgbClr val="17364D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809625"/>
            <a:ext cx="11239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58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>
                <a:solidFill>
                  <a:srgbClr val="617583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条件性统计证据已形成，真实约束与净费收益尚待验收</a:t>
            </a:r>
            <a:endParaRPr sz="1575">
              <a:solidFill>
                <a:srgbClr val="617583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476250" y="1381125"/>
          <a:ext cx="11239500" cy="1095376"/>
        </p:xfrm>
        <a:graphic>
          <a:graphicData uri="http://schemas.openxmlformats.org/drawingml/2006/table">
            <a:tbl>
              <a:tblPr/>
              <a:tblGrid>
                <a:gridCol w="2000250"/>
                <a:gridCol w="3238500"/>
                <a:gridCol w="2762250"/>
                <a:gridCol w="3238500"/>
              </a:tblGrid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112</a:t>
                      </a:r>
                      <a:endParaRPr sz="19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75→72→11</a:t>
                      </a:r>
                      <a:endParaRPr sz="19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42</a:t>
                      </a:r>
                      <a:endParaRPr sz="19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FFFFFF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0.1110</a:t>
                      </a:r>
                      <a:endParaRPr sz="1950" b="0">
                        <a:solidFill>
                          <a:srgbClr val="FFFFFF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17364D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受检字段</a:t>
                      </a:r>
                      <a:endParaRPr sz="19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原三阶段达标数量</a:t>
                      </a:r>
                      <a:endParaRPr sz="19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Heiti SC" panose="02000000000000000000" charset="-122"/>
                        </a:rPr>
                        <a:t>训练候选家族</a:t>
                      </a:r>
                      <a:endParaRPr sz="19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43747"/>
                          </a:solidFill>
                          <a:latin typeface="Times New Roman" panose="02020503050405090304" charset="0"/>
                          <a:ea typeface="Heiti SC" panose="02000000000000000000" charset="-122"/>
                          <a:cs typeface="Times New Roman" panose="02020503050405090304" charset="0"/>
                        </a:rPr>
                        <a:t>2025核心5日RankIC</a:t>
                      </a:r>
                      <a:endParaRPr sz="1950" b="0">
                        <a:solidFill>
                          <a:srgbClr val="243747"/>
                        </a:solidFill>
                        <a:latin typeface="Times New Roman" panose="02020503050405090304" charset="0"/>
                        <a:ea typeface="Heiti SC" panose="02000000000000000000" charset="-122"/>
                        <a:cs typeface="Times New Roman" panose="02020503050405090304" charset="0"/>
                      </a:endParaRPr>
                    </a:p>
                  </a:txBody>
                  <a:tcPr anchor="ctr" anchorCtr="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476250" y="285750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实证发现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326707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跨期达标显著收缩；存活字段集中于聪明钱变体和竞价信息，冗余明显。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36766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固定家族等权5日HAC t＝8.24，组差＝0.7052个百分点（窗口算术均值）。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4238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研究贡献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464820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Heiti SC" panose="02000000000000000000" charset="-122"/>
              </a:rPr>
              <a:t>动态池与字段映射可追溯；训练规则冻结；时间相关与多重检验纳入统计。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" y="505777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747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>
                <a:solidFill>
                  <a:srgbClr val="243747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审计5项框架缺陷与3项账本问题，保留自有核心口径与复现记录。</a:t>
            </a:r>
            <a:endParaRPr sz="1800">
              <a:solidFill>
                <a:srgbClr val="243747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6250" y="5762625"/>
            <a:ext cx="11239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936023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936023"/>
                </a:solidFill>
                <a:latin typeface="Times New Roman" panose="02020503050405090304" charset="0"/>
                <a:ea typeface="Heiti SC" panose="02000000000000000000" charset="-122"/>
                <a:cs typeface="Times New Roman" panose="02020503050405090304" charset="0"/>
              </a:rPr>
              <a:t>下一阶段：将固定评分接入经过对账的真实账本，检验净费收益与ETF相对表现。</a:t>
            </a:r>
            <a:endParaRPr sz="1800" b="0">
              <a:solidFill>
                <a:srgbClr val="936023"/>
              </a:solidFill>
              <a:latin typeface="Times New Roman" panose="02020503050405090304" charset="0"/>
              <a:ea typeface="Heiti SC" panose="02000000000000000000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9135</Words>
  <Application>WPS 表格</Application>
  <PresentationFormat>Converted Presentation</PresentationFormat>
  <Paragraphs>1677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宋体</vt:lpstr>
      <vt:lpstr>Wingdings</vt:lpstr>
      <vt:lpstr>Heiti SC</vt:lpstr>
      <vt:lpstr>Times New Roman</vt:lpstr>
      <vt:lpstr>Heiti SC Medium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Geneva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张子晨</cp:lastModifiedBy>
  <cp:revision>3</cp:revision>
  <dcterms:created xsi:type="dcterms:W3CDTF">2026-10-09T11:30:38Z</dcterms:created>
  <dcterms:modified xsi:type="dcterms:W3CDTF">2026-10-09T11:30:38Z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7BDD1C68DE85EB7C5ED0C86AA006198E_43</vt:lpwstr>
  </property>
</Properties>
</file>