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7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8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9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0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8740567ff541e8" /><Relationship Type="http://schemas.openxmlformats.org/officeDocument/2006/relationships/extended-properties" Target="/docProps/app.xml" Id="Rba561a6b8ada439b" /><Relationship Type="http://schemas.openxmlformats.org/officeDocument/2006/relationships/officeDocument" Target="/ppt/presentation.xml" Id="Re30bd1b264ee43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23fe00907743b2"/>
  </p:sldMasterIdLst>
  <p:notesMasterIdLst>
    <p:notesMasterId xmlns:r="http://schemas.openxmlformats.org/officeDocument/2006/relationships" r:id="R33f69ccc354645ec"/>
  </p:notesMasterIdLst>
  <p:sldIdLst>
    <p:sldId xmlns:r="http://schemas.openxmlformats.org/officeDocument/2006/relationships" id="256" r:id="R53b115a9b26049d3"/>
    <p:sldId xmlns:r="http://schemas.openxmlformats.org/officeDocument/2006/relationships" id="257" r:id="R0860f32870c24850"/>
    <p:sldId xmlns:r="http://schemas.openxmlformats.org/officeDocument/2006/relationships" id="258" r:id="Rdd8644643cdc4850"/>
    <p:sldId xmlns:r="http://schemas.openxmlformats.org/officeDocument/2006/relationships" id="259" r:id="R230890deb10f411b"/>
    <p:sldId xmlns:r="http://schemas.openxmlformats.org/officeDocument/2006/relationships" id="260" r:id="Rcaaabf8aa9b949e3"/>
    <p:sldId xmlns:r="http://schemas.openxmlformats.org/officeDocument/2006/relationships" id="261" r:id="R14c1ffb05ef84a22"/>
    <p:sldId xmlns:r="http://schemas.openxmlformats.org/officeDocument/2006/relationships" id="262" r:id="Reb1f6cec213749b0"/>
    <p:sldId xmlns:r="http://schemas.openxmlformats.org/officeDocument/2006/relationships" id="263" r:id="R89690c0cd4f14168"/>
    <p:sldId xmlns:r="http://schemas.openxmlformats.org/officeDocument/2006/relationships" id="264" r:id="R685e8b6e4be54d83"/>
    <p:sldId xmlns:r="http://schemas.openxmlformats.org/officeDocument/2006/relationships" id="265" r:id="Rf6aa4ce86c66450f"/>
    <p:sldId xmlns:r="http://schemas.openxmlformats.org/officeDocument/2006/relationships" id="266" r:id="Rbe181a65030e4031"/>
    <p:sldId xmlns:r="http://schemas.openxmlformats.org/officeDocument/2006/relationships" id="267" r:id="R9ac5c172c560488e"/>
    <p:sldId xmlns:r="http://schemas.openxmlformats.org/officeDocument/2006/relationships" id="268" r:id="R8661572403df4f9d"/>
    <p:sldId xmlns:r="http://schemas.openxmlformats.org/officeDocument/2006/relationships" id="269" r:id="R16df3ba2936f419a"/>
    <p:sldId xmlns:r="http://schemas.openxmlformats.org/officeDocument/2006/relationships" id="270" r:id="Rf84f9fc38de14c93"/>
    <p:sldId xmlns:r="http://schemas.openxmlformats.org/officeDocument/2006/relationships" id="271" r:id="R0df4d7bb5db846a1"/>
    <p:sldId xmlns:r="http://schemas.openxmlformats.org/officeDocument/2006/relationships" id="272" r:id="R833cb12666134903"/>
    <p:sldId xmlns:r="http://schemas.openxmlformats.org/officeDocument/2006/relationships" id="273" r:id="Rc71ad83316474803"/>
    <p:sldId xmlns:r="http://schemas.openxmlformats.org/officeDocument/2006/relationships" id="274" r:id="R919ac0d54bdb4125"/>
    <p:sldId xmlns:r="http://schemas.openxmlformats.org/officeDocument/2006/relationships" id="275" r:id="R75931b23ae3e4614"/>
    <p:sldId xmlns:r="http://schemas.openxmlformats.org/officeDocument/2006/relationships" id="276" r:id="R96cfdf3710fb4eb1"/>
    <p:sldId xmlns:r="http://schemas.openxmlformats.org/officeDocument/2006/relationships" id="277" r:id="R1a591bb89bf04c27"/>
    <p:sldId xmlns:r="http://schemas.openxmlformats.org/officeDocument/2006/relationships" id="278" r:id="Rcf8921f3686042df"/>
    <p:sldId xmlns:r="http://schemas.openxmlformats.org/officeDocument/2006/relationships" id="279" r:id="Rfca7194aa8824971"/>
    <p:sldId xmlns:r="http://schemas.openxmlformats.org/officeDocument/2006/relationships" id="280" r:id="R4f1499f825a5462c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2b8fe2bc2d46e5" /><Relationship Type="http://schemas.openxmlformats.org/officeDocument/2006/relationships/slideMaster" Target="/ppt/slideMasters/slideMaster1.xml" Id="Rfd23fe00907743b2" /><Relationship Type="http://schemas.openxmlformats.org/officeDocument/2006/relationships/notesMaster" Target="/ppt/notesMasters/notesMaster1.xml" Id="R33f69ccc354645ec" /><Relationship Type="http://schemas.openxmlformats.org/officeDocument/2006/relationships/presProps" Target="/ppt/presProps.xml" Id="Rb631505becb04be1" /><Relationship Type="http://schemas.openxmlformats.org/officeDocument/2006/relationships/viewProps" Target="/ppt/viewProps.xml" Id="R9f1ceb1b485043fc" /><Relationship Type="http://schemas.openxmlformats.org/officeDocument/2006/relationships/tableStyles" Target="/ppt/tableStyles.xml" Id="Ra3ae9730fadb41e7" /><Relationship Type="http://schemas.openxmlformats.org/officeDocument/2006/relationships/slide" Target="/ppt/slides/slide1.xml" Id="R53b115a9b26049d3" /><Relationship Type="http://schemas.openxmlformats.org/officeDocument/2006/relationships/slide" Target="/ppt/slides/slide2.xml" Id="R0860f32870c24850" /><Relationship Type="http://schemas.openxmlformats.org/officeDocument/2006/relationships/slide" Target="/ppt/slides/slide3.xml" Id="Rdd8644643cdc4850" /><Relationship Type="http://schemas.openxmlformats.org/officeDocument/2006/relationships/slide" Target="/ppt/slides/slide4.xml" Id="R230890deb10f411b" /><Relationship Type="http://schemas.openxmlformats.org/officeDocument/2006/relationships/slide" Target="/ppt/slides/slide5.xml" Id="Rcaaabf8aa9b949e3" /><Relationship Type="http://schemas.openxmlformats.org/officeDocument/2006/relationships/slide" Target="/ppt/slides/slide6.xml" Id="R14c1ffb05ef84a22" /><Relationship Type="http://schemas.openxmlformats.org/officeDocument/2006/relationships/slide" Target="/ppt/slides/slide7.xml" Id="Reb1f6cec213749b0" /><Relationship Type="http://schemas.openxmlformats.org/officeDocument/2006/relationships/slide" Target="/ppt/slides/slide8.xml" Id="R89690c0cd4f14168" /><Relationship Type="http://schemas.openxmlformats.org/officeDocument/2006/relationships/slide" Target="/ppt/slides/slide9.xml" Id="R685e8b6e4be54d83" /><Relationship Type="http://schemas.openxmlformats.org/officeDocument/2006/relationships/slide" Target="/ppt/slides/slide10.xml" Id="Rf6aa4ce86c66450f" /><Relationship Type="http://schemas.openxmlformats.org/officeDocument/2006/relationships/slide" Target="/ppt/slides/slide11.xml" Id="Rbe181a65030e4031" /><Relationship Type="http://schemas.openxmlformats.org/officeDocument/2006/relationships/slide" Target="/ppt/slides/slide12.xml" Id="R9ac5c172c560488e" /><Relationship Type="http://schemas.openxmlformats.org/officeDocument/2006/relationships/slide" Target="/ppt/slides/slide13.xml" Id="R8661572403df4f9d" /><Relationship Type="http://schemas.openxmlformats.org/officeDocument/2006/relationships/slide" Target="/ppt/slides/slide14.xml" Id="R16df3ba2936f419a" /><Relationship Type="http://schemas.openxmlformats.org/officeDocument/2006/relationships/slide" Target="/ppt/slides/slide15.xml" Id="Rf84f9fc38de14c93" /><Relationship Type="http://schemas.openxmlformats.org/officeDocument/2006/relationships/slide" Target="/ppt/slides/slide16.xml" Id="R0df4d7bb5db846a1" /><Relationship Type="http://schemas.openxmlformats.org/officeDocument/2006/relationships/slide" Target="/ppt/slides/slide17.xml" Id="R833cb12666134903" /><Relationship Type="http://schemas.openxmlformats.org/officeDocument/2006/relationships/slide" Target="/ppt/slides/slide18.xml" Id="Rc71ad83316474803" /><Relationship Type="http://schemas.openxmlformats.org/officeDocument/2006/relationships/slide" Target="/ppt/slides/slide19.xml" Id="R919ac0d54bdb4125" /><Relationship Type="http://schemas.openxmlformats.org/officeDocument/2006/relationships/slide" Target="/ppt/slides/slide20.xml" Id="R75931b23ae3e4614" /><Relationship Type="http://schemas.openxmlformats.org/officeDocument/2006/relationships/slide" Target="/ppt/slides/slide21.xml" Id="R96cfdf3710fb4eb1" /><Relationship Type="http://schemas.openxmlformats.org/officeDocument/2006/relationships/slide" Target="/ppt/slides/slide22.xml" Id="R1a591bb89bf04c27" /><Relationship Type="http://schemas.openxmlformats.org/officeDocument/2006/relationships/slide" Target="/ppt/slides/slide23.xml" Id="Rcf8921f3686042df" /><Relationship Type="http://schemas.openxmlformats.org/officeDocument/2006/relationships/slide" Target="/ppt/slides/slide24.xml" Id="Rfca7194aa8824971" /><Relationship Type="http://schemas.openxmlformats.org/officeDocument/2006/relationships/slide" Target="/ppt/slides/slide25.xml" Id="R4f1499f825a546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2c29c55c0448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b082c02b5448d6" /><Relationship Type="http://schemas.openxmlformats.org/officeDocument/2006/relationships/notesMaster" Target="/ppt/notesMasters/notesMaster1.xml" Id="Ree4a294b104e48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44b8ad9ba14122" /><Relationship Type="http://schemas.openxmlformats.org/officeDocument/2006/relationships/notesMaster" Target="/ppt/notesMasters/notesMaster1.xml" Id="R36ec75b5eb1c47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2a53459be34256" /><Relationship Type="http://schemas.openxmlformats.org/officeDocument/2006/relationships/notesMaster" Target="/ppt/notesMasters/notesMaster1.xml" Id="R90d79753e910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5cc4ea8c604687" /><Relationship Type="http://schemas.openxmlformats.org/officeDocument/2006/relationships/notesMaster" Target="/ppt/notesMasters/notesMaster1.xml" Id="Rba6a168555944e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520e351f614e7a" /><Relationship Type="http://schemas.openxmlformats.org/officeDocument/2006/relationships/notesMaster" Target="/ppt/notesMasters/notesMaster1.xml" Id="Rbfa768ed0f434e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e15e1f128f4c74" /><Relationship Type="http://schemas.openxmlformats.org/officeDocument/2006/relationships/notesMaster" Target="/ppt/notesMasters/notesMaster1.xml" Id="R665fa39cef424e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8c4bc169fe479a" /><Relationship Type="http://schemas.openxmlformats.org/officeDocument/2006/relationships/notesMaster" Target="/ppt/notesMasters/notesMaster1.xml" Id="R5ef137cba9da44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0287655e794be3" /><Relationship Type="http://schemas.openxmlformats.org/officeDocument/2006/relationships/notesMaster" Target="/ppt/notesMasters/notesMaster1.xml" Id="R6eadd9d76f1c4f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88d04709034926" /><Relationship Type="http://schemas.openxmlformats.org/officeDocument/2006/relationships/notesMaster" Target="/ppt/notesMasters/notesMaster1.xml" Id="R9d1fc6d61ee042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33e41ae49244bf" /><Relationship Type="http://schemas.openxmlformats.org/officeDocument/2006/relationships/notesMaster" Target="/ppt/notesMasters/notesMaster1.xml" Id="R2a6fdd8eae4c47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9e861255774e5b" /><Relationship Type="http://schemas.openxmlformats.org/officeDocument/2006/relationships/notesMaster" Target="/ppt/notesMasters/notesMaster1.xml" Id="Ra6c18945aae54d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69078377504196" /><Relationship Type="http://schemas.openxmlformats.org/officeDocument/2006/relationships/notesMaster" Target="/ppt/notesMasters/notesMaster1.xml" Id="R034e7520e3e249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a99589bc4545d3" /><Relationship Type="http://schemas.openxmlformats.org/officeDocument/2006/relationships/notesMaster" Target="/ppt/notesMasters/notesMaster1.xml" Id="R1343c6f2e7d846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a25765b03341d7" /><Relationship Type="http://schemas.openxmlformats.org/officeDocument/2006/relationships/notesMaster" Target="/ppt/notesMasters/notesMaster1.xml" Id="R16bc9b13627043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0586c30f314c5d" /><Relationship Type="http://schemas.openxmlformats.org/officeDocument/2006/relationships/notesMaster" Target="/ppt/notesMasters/notesMaster1.xml" Id="Rc2c5efb097974e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94556137414a30" /><Relationship Type="http://schemas.openxmlformats.org/officeDocument/2006/relationships/notesMaster" Target="/ppt/notesMasters/notesMaster1.xml" Id="Rc1c09a3dd68b49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c13d5f99b74e2e" /><Relationship Type="http://schemas.openxmlformats.org/officeDocument/2006/relationships/notesMaster" Target="/ppt/notesMasters/notesMaster1.xml" Id="Rc963112e2b1a4f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9dbb1c76d14af5" /><Relationship Type="http://schemas.openxmlformats.org/officeDocument/2006/relationships/notesMaster" Target="/ppt/notesMasters/notesMaster1.xml" Id="Rdc9eac0b0f774d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758763f3194c81" /><Relationship Type="http://schemas.openxmlformats.org/officeDocument/2006/relationships/notesMaster" Target="/ppt/notesMasters/notesMaster1.xml" Id="R6456101ae34942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95c92f55344bd4" /><Relationship Type="http://schemas.openxmlformats.org/officeDocument/2006/relationships/notesMaster" Target="/ppt/notesMasters/notesMaster1.xml" Id="Rd149c5f948e24d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99398f6b194214" /><Relationship Type="http://schemas.openxmlformats.org/officeDocument/2006/relationships/notesMaster" Target="/ppt/notesMasters/notesMaster1.xml" Id="Rd6d9103ee9b147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ff622d29e84c5d" /><Relationship Type="http://schemas.openxmlformats.org/officeDocument/2006/relationships/notesMaster" Target="/ppt/notesMasters/notesMaster1.xml" Id="Rf8924fe0e95a46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8470782944411b" /><Relationship Type="http://schemas.openxmlformats.org/officeDocument/2006/relationships/notesMaster" Target="/ppt/notesMasters/notesMaster1.xml" Id="R224d071aa5ec4d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26254fff664069" /><Relationship Type="http://schemas.openxmlformats.org/officeDocument/2006/relationships/notesMaster" Target="/ppt/notesMasters/notesMaster1.xml" Id="Re6fd915496304f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3cc864520e4e79" /><Relationship Type="http://schemas.openxmlformats.org/officeDocument/2006/relationships/notesMaster" Target="/ppt/notesMasters/notesMaster1.xml" Id="R62de295e67bb41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今天我以五天选股模型为例，汇报两个问题：第一，股票和因子到底怎么选，模型怎么训练，怎样限制它只能使用当时已经知道的信息；第二，最后的账户表现相对于简单买入持有和北证50，究竟有没有提高。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我会沿着一条实际的数据处理过程来讲。先看资金曲线，再回到股票池、因子筛选、模型输入和季度训练，最后分析哪些时期领先、哪些时期落后，以及亏损发生在哪里。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本地行情从2021年11月15日到2026年10月9日。资金曲线统一比较2024年10月8日收盘至2026年9月30日收盘。这里展示的是对已经发生、也已经被研究查看过的历史的重演，不能当成未来一定可以重复的成绩。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来源：training_runs/research_20261011/data_summary.json；本稿第2—25页对应的代码、账户记录与分析数据。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请先看三条曲线。横轴是日期，纵轴是万元。三条线在2024年10月8日收盘都从100万元开始。黑色实线是主流程，灰色虚线是期初等额买入后一直持有的组合，点线是北证50价格指数折算的参考资产。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2026年9月30日，主流程是149.23万元，等权持有是114.59万元，指数参考是94.65万元。因此，主流程累计收益49.23%，等权持有14.59%，指数参考负5.35%。49.23%减14.59%，得到相对等权的34.63个百分点；相对指数的差额是54.58个百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曲线比期末数字更有信息。前面一段主流程明显落后于简单持有，后面才逐渐超过。黑线也有明显下跌，特别是2025年4月前后。后面的季度图和回撤图会把这些问题展开。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需要说明：主流程会根据此前验证选择模型和仓位，所以这条线不是一个始终只使用LightGBM、始终满仓的账户。指数这条线是价格参考，也不是扣完费用后真实可以买到的基金账户。两项区别会影响收益的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来源：training_runs/research_20261011/h5/selected_daily.csv；.ppt_teacher_20261016/visual_revision/buy_hold_daily.csv、comparison_daily.csv；training_runs/research_20261011/bj50_benchmark.csv。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这一页把比较规则说清楚，避免把不同意思的“等权”混在一起。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流程每天给股票评分，根据当季选好的方法买前10只或20只。资金按五天策略分批进入，持仓还会受仓位规则、交易是否成功等条件影响。它的买入和卖出各收0.05%的费用，没用掉的钱留在账户里。五天在这里是从信号日期算到退出日期的规则，不表示每笔交易都严格经过五个完整自然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补算的买入持有基准，在2024年10月8日收盘确定当时股票池的100只，每只分配1万元预算，下一交易日开盘买入。之后不主动换股，也不每天重新等权。分红放在现金里，送转按记录增加股数，到期末用收盘价格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买成99只，另1只的钱留下。具体是920982，当天开盘价250元，1万元预算买不到项目要求的最低100股，因此没有成交。其他股票也按整数股买入，所以它是等额预算买入，成交后的权重会有小差别，并且以后会随价格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北证50统一用10月8日收盘点位作起点。这里使用价格指数，不含现金分红，也不扣交易费用。账户还沿用了项目的除权日分红、送转立即可用情景，和实际到账时间可能有区别。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来源：tools/research_20261011/ledger.py；.ppt_teacher_20261016/visual_analysis.py；visual_revision/buy_hold_initial_orders.csv；北交所指数页面：https://www.bse.cn/market_data/bse_indices/bse_bz50.html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系统理解成一个每天填表、每季度换一次判断规则的过程。表里的一行，是某一只股票在某一天的记录。一列，是一个指标。比如4月1日有100只股票，那么当天就有100行；4月2日再有100只，就在下面接上另外100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天收盘后，先根据当天和以前的行情更新股票池，再计算每只股票的候选指标。之后只拿出本季度已经选定的输入列，用保存好的模型给每只股票评分。同一天把分数从高到低排好，形成下一交易日准备交易的名单。实际买入还要检查现金、可成交状态和数量约束，不能把名单直接当成成交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每天会改变的是股票池、输入数字、评分和持仓。旧记录所等待的未来价格出现以后，也会补上那条记录的答案。这个答案先进入历史库，等下一次训练再用。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模型和100列因子名单并不是每天重选。新季度开始，程序才用截至前一天已经成熟的历史答案重新筛列、重新训练，再替换旧模型。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最早的2021年11月15日只有一天行情，历史不足，不能凭空训练。系统先积累记录，到2022年2月14日首次形成股票池。此前材料中的首个内部验证阶段从2024年3月27日开始，连续逐季历史测试从2024年10月8日开始。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来源：tools/research_20261011/prepare_data.py、train_models.py、ledger.py；学习笔记/20261015_真实日期逐步解释/16_从第一天到最后一天逐日动作.md。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这张图对应2026年4月1日收盘后的真实筛选。起点是本地350只股票的行情文件，不是把今天能交易的股票名单直接说成当年完整的历史证券名单。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序逐只判断。第一，有成交记录的历史天数是否达到60天，没有就剔除；这一步剔除63只，剩287只。第二，最近20个交易日至少有16天成交，并且当天有成交、最近20日平均成交额大于0。按这个顺序检查后，又剔除1只，剩286只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算每只候选股票最近20个交易日的成交额之和，再除以20，按这个平均成交额从大到小排序，只保留前100只。这样优先选择过去一段时间成交更活跃的股票，目的是降低后续策略难以成交的风险，但并不能保证每笔单子都一定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当天第100名是成电光信，平均成交额约3722.17万元；第101名是国子软件，约3666.26万元。因为只取100只，前者留下，后者不进入当日股票池。这就是一条具体的if/else边界。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这一步每天重新执行，所以股票池可以每天变化。它还存在一项历史数据边界：历史ST、上市退市等可投资状态没有完全核验，不能据此宣称已经排除了所有历史股票集合偏差。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来源：学习笔记/20261015_真实日期逐步解释/01_20260401全部股票筛选过程.csv；tools/research_20260930/prepare.py，eligible条件。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这里先回答老师关于选因子的判断：当前是程序先按固定统计规则预筛到100列，再交给LightGBM。并没有先逐个研究经济含义、手工挑出一个很小的集合，也没有用训练完的树重要性来反推这一百列。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候选数是335。它由292个供应商因子、19个本地价量特征和24个表达式指标组成。例如价量特征记录过去的涨跌、波动和成交情况。24个表达式则是对这些已有历史指标作算术组合提出的候选，并不因为有一个解释就代表已经验证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只看这次允许训练的49,881行。先检查每一列有数值的行数占比，低于70%就删除。这次删掉5列，留下330列。然后按日期分别算这个因子与后来收益排名的相关程度，也就是IC，再对各天的IC取平均。按平均IC的绝对值从大到小检查，负相关也有机会留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查某一列时，如果它和已经留下的任意一列的相关系数绝对值达到0.92，就跳过；否则加入。选满100列就停止。去重相关用全部训练行计算，缺失输入先填0，同分时按列名排序。因此，剩下没有入选的列不全是无效，也可能只是高度重复，或者尚未轮到就已经选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70%、0.92、100都是当前代码的固定设置，不是已经证明最优的数字。ICIR、夏普和最大回撤不参与这一轮单因子预筛。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来源：tools/research_20261011/train_models.py，screening；prepare_data.py；training_runs/research_20261011/data_summary.json。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两个五只股票的示意图理解IC。横轴是当天因子从小到大的名次，纵轴是这些股票后来收益从低到高的名次。左图中，因子排名越高，后来收益排名也越高，五只完全同向，所以IC等于正1。右图正好反过来，因子最小的后来最好，因此IC等于负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负IC不等于没用。稳定的负相关意味着，可以倾向于选择因子较小的股票。本次筛选中，046的平均IC约正0.1523，063约负0.1482，比较绝对值后两者都可能留下。正0.1523不表示赚15.23%，也不表示只有15.23%的股票猜对，它只是排序关系强弱的一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的计算顺序是：在某一天，先把每只股票的因子排名减去当天因子排名的平均，把收益排名也减去当天平均；对应两项相乘，再对股票求和。最后除以两边波动大小的乘积，使结果通常落在负1到正1之间。对每一天重复一次，再平均，避免把跨日期的变化混成同一天的选股关系。没有变化、分母为0时，相关没有定义，不能硬算成有效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简单IC加权法会给负IC因子负权重。LightGBM直接把因子值交给判断分支，由历史答案决定哪一侧更好，不必预先把每个负IC输入乘负1。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补充边界：这里的两张图是教学示意。当前代码的因子筛选IC对缺失股票集合没有完全统一，实际值不能直接当成严格标准的完整配对排名相关，下一页保留了这一问题说明。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来源：train_models.py，screening、ic_value；学习笔记/20261015_真实日期逐步解释/02_2026Q2五天模型全部因子筛选过程.csv。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现在沿着表格真正执行一遍。046的平均IC绝对值最大，排第一。此时已选集合为空，不用去重，直接保留。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第二个063的平均IC是负0.1482，绝对值仍很大。它和已经留下的046，相关绝对值是0.9183，低于预设的0.92，所以保留。第三个079与已有因子的最大相关绝对值是0.9112，也保留。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第四个067本身平均IC绝对值也不低，但它和已保留因子的最大相关绝对值是0.9241，超过0.92，因此跳过。第五个031也是同样的逻辑，0.9289超过阈值，跳过。程序继续往下检查，直到满100列。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“相似”指两列在训练记录中的相关系数绝对值高，并不一定是公式长得像。一个指标和另一个几乎完全反着变化，也可能提供高度重复的信息，所以去重用绝对值。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需要如实说明当前实现的问题。计算某列IC时，因子空缺的股票和收益的统计集合没有全部统一。更规范的办法，是每个因子、每一天只保留因子与答案都有效的同一批股票，然后在这批股票上计算两边的平均、乘积和分母。这会改变一部分IC甚至筛选次序，所以需要修正后重新跑，不能把本页原结果说成已完成该修正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来源：02_2026Q2五天模型全部因子筛选过程.csv；tools/research_20261011/train_models.py，screening。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把“大表”拆开说。横向的一百列是因子输入X，纵向49,881行是不同股票在不同日期的记录。答案y另有49,881个数字，和X的每一行一一对应。日期和股票代码只是用来对齐、划分时间，它们不作为这一百列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第一行，2024年3月1日的920001。046的输入为什么是负0.15？程序先把当天这个指标有数值的股票从小到大排序，920001排第35，总共有100只，所以35除以100再减0.5，得到负0.15。063也独立做同样的排名处理，不能拿046的名次套过去。并列时取平均名次，某列只有90只有值时就除以90。输入缺失在送入模型前填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怎样得到？等后来五天的价格出现后，先算实际收益，再把当天这些股票的实际收益从低到高排名。第一行实际亏16.86%，排第1，因此1除以100减0.5，答案是负0.49。第二行也可能实际亏钱，但只要比同日其他股票表现好，答案仍可为正。模型在学习相对强弱，不是直接学习百分之几的涨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3月1日的记录放完，再把后面各天的记录接上。本次共有499个合格信号日，每天100条，原本49,900条，删掉19条缺少答案的记录后得到49,881行。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训练时一次传入X和y。正式使用时只传入当天的X，不可能把尚未出现的未来答案同时交进去。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来源：学习笔记/20261015_真实日期逐步解释/05_训练表前五行含答案.csv；prepare_data.py、train_models.py。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请按图上的日历顺序看。2026年3月27日是周五，只有等这天收盘，完整的当天因子才算出来，因此不能假设已经按当天开盘价买到了。下一交易日才是可以按这个信号买入的时候。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日和29日是周末，没有交易。30日周一开盘买入后，项目按T+1约束，不允许当天卖掉这批新买的股票。所以当前“一天”标签使用31日周二开盘作为退出价格。31日开盘价出现之前，收益分子还不存在，也就不能知道这条记录的最终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买入价10元，下一交易日卖出价10.2元，那么标签收益就是10.2除以10减1，等于2%。这个例子只是说明公式。实际标签用相应的复权价格计算，目的是处理分红送转造成的价格跳变。交易账户则使用原始价格，并单独记现金分红、股数和费用，所以标签收益与账户最终净收益并不是同一个东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从周五到周二看起来跨了四个自然日，其中两天是休市，一天是等待下一交易日执行，实际买入到退出只跨一个交易日。这里“一天”具体就是买入开盘到再下一交易日开盘的持有口径。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五天标签另有明确规则：t后第5个交易日收盘价，除以t后第1个交易日开盘价，再减1。3月24日那条到31日收盘已有答案；3月25日那条要到4月1日收盘。因此，4月1日启用模型时，可以使用前者，不能使用后者。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来源：tools/research_20261011/prepare_data.py，label与label_exit构造；ledger.py中的T+1成交检查；14_每个出题日对应哪一天才知道答案.csv。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“把两年历史一次交给模型，为什么不必然是偷看未来”。判断的关键是：这个模型准备在哪一天开始使用，训练时使用的每条输入和答案，在那一天以前是否已经知道。电脑按什么顺序读入文件，本身不决定是否偷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2026年4月1日启用的五天模型为例，程序先做内部比较。内部训练的输入日期从2023年8月21日到2025年9月9日，这些记录的答案最晚9月16日结束。内部验证从9月17日到次年3月31日。这样模型没有用内部验证期的答案来建立当时的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验证中先比较十种方法的平均每日排名IC，保留前三种。再把每种方法与买10只或20只、15种仓位风控规则搭配，共比较90个账户。当前选择分数是夏普和“卡玛除以2”中较小的一个，选分数最高的，同分再比年化收益。这是当前代码规则，不代表该规则已经证明最优；所有候选都不理想时，代码仍会选最高者，并没有自动拒绝使用的门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好方法和交易规则后，4月1日前重新使用最近504个交易日窗口里已经成熟的答案。实际合格输入从2024年3月1日到2026年3月24日，49,881行，答案最晚3月31日结束。重新筛因子、重新建树，随后给4月至6月评分。之前的验证期资料此时已经是历史，所以可以用于正式重训，但4月至6月的答案仍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层都检查自己的分界：内部训练答案必须早于验证开始日；正式训练答案必须早于正式使用开始日。不能用4月建出的模型回头预测其训练过的2024年，再把那些结果说成2024年当时的提前预测。供应商因子历史发布时间尚未完整核验，因此这些时间过滤也不等于已经排除了所有来源的未来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来源：tools/research_20261011/train_models.py，main、choose；08_20260401训练和内部考试完整边界.csv；h5/2026Q2_selection.json。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三行，它们是2026年前三个季度的真实训练记录。1月5日启用Q1模型，使用从2023年12月5日到2025年12月24日的合格输入，答案到12月31日已知，共49,886行。4月1日启用Q2模型，窗口向前移动，合格输入变成2024年3月1日至2026年3月24日，共49,881行。7月1日启用Q3模型，再移动到2024年5月31日至2026年6月23日，共49,872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这里的“滚动”就是新窗口进来、过老的数据移出去。每次先取最近504个交易日，再删掉答案尚未成熟或者为空的记录，所以五天模型实际约有499个输入日期。不是把所有历史无限累积进去。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每到新季度，程序创建新的模型，用这批历史重新筛100列，并重新训练最多180棵树。它不是保留旧树、每天收到一个新答案就继续改一点，也没有把4月1日当作第一轮、4月2日当作第二轮。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比如4月1日收盘，用Q2模型读4月1日的指标。4月2日收盘，用的还是Q2模型，但输入换成4月2日的指标。两天的分数可以不同，因为输入变了。4月期间新出现的答案进入资料库，等下一次重训再影响模型。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Q1和Q2选中的因子有94列相同，Q2和Q3有93列相同。因子名单大部分没变，并不意味着模型没变，因为树的分界点、分组方式和每组修正数字都可能变。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来源：training_runs/research_20261011/h5/folds.json、各季度deployment_factors.csv；train_models.py。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ghtGBM可以理解为不断补充if/else判断的打分器。开始时，它给全部49,881行同一个预测：所有训练答案的平均值0.0050019。每行都用真实答案减当前预测，得到当前误差。正误差表示这行目前给低了，负误差表示给高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序尝试有限个指标分界，并比较分组后能减少多少整体误差，同时压制过大的修正。图上是保存模型第一棵树的真实首个分界：046输入是否小于等于负0.195985。左侧14,957行，右侧34,924行。它们还会继续细分，图上画出的两个分支不是整棵树的全部末端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了一个末端组，组内所有记录获得同一个修正。当前公式是：0.035乘组内误差之和，再除以组内行数加12。比如一个真实末端组有9945行，误差和约624.68，算出修正约正0.00220。把它加到这些记录的旧预测上，就完成这一棵树对这些记录的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0.035让每一步只做较小调整，避免一下改得过猛。分母加12会进一步压低修正，样本少时抑制更明显。每组至少160行，树最多5层、15个末端组，每棵树随机使用80%的候选输入列。这些限制共同减少过于细碎、只记住少数历史记录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补充公式：对候选分裂，用S表示误差和、n表示行数，比较 S左²/(n左+12) + S右²/(n右+12) − S总²/(n总+12)。合法分裂中改善最大者优先；没有正改善就停止细分。当前首个分裂的改善值约88.07。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判断不是任意猜一个数，更不会无限尝试到无穷大。实际预测由有限的树和有限的组内修正相加得到。但输出也没有被硬性限制为0到1。模型成立的金融假设是，过去指标与相对收益的关系在下一阶段仍有一定延续性；优化公式只能拟合历史，不能证明这个假设必然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来源：h5/2026Q2_models.joblib；train_models.py；LightGBM参数说明：https://lightgbm.readthedocs.io/en/latest/pythonapi/lightgbm.LGBMRegressor.html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这张图横轴是训练轮次，和日历日期没有对应关系。第1轮看的是允许训练的49,881行，第2轮仍看这批记录，只是把第1轮调整后的预测带进来，再算新的误差。如此重复，最多180轮，每轮增加一棵判断树。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纵轴把每行“答案减预测”的差平方，再全部相加。平方有两个作用：正误差和负误差不会相互抵消，而且错得特别多的记录会被更重地计算。这个数是训练反馈，不是账户亏了多少钱。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真实保存模型的起始误差平方和为4156.33，第1轮后为4145.66，第180轮后为3761.97。曲线展示的是若干实际轮次的检查点，连线用于帮助看趋势，没有声称图上每一个像素都代表一次额外测量。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拿2024年3月1日的920001来说，答案负0.49，起始预测正0.0050，180轮后约负0.0790，方向上更接近答案，但仍有明显误差。实际上第1轮它的预测还略升到正0.00547，这条记录当时反而更差。因为模型优化的是整批记录，不保证每条记录每轮都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正式给一只新股票评分时，它先得到起始均值，再依次走过180棵树，每棵树根据这只股票当天的输入找到一个末端组，把对应修正加上去，最终得到一个分数。没有新股票的未来答案参与这个过程。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因此，训练误差下降只说明模型更贴合旧样本，不能直接推导出未来有超额收益。未来是否有用，要在模型建立以后那一段日期，看实际排序和扣费账户表现。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来源：.ppt_teacher_20261016/visual_revision/analysis.json，training_stages；本次按num_iteration读取2026Q2保存模型；LightGBM官方接口文档。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这张表是2026年4月1日当天，纯LightGBM给出的最高五个分数。输入是当天每只股票对应的一百个因子数字，输出是一只股票一个实数。比如920249得0.0994，920876得0.0902，因此这个模型当天把前者排在后者之前。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0.0994不能读成预计涨9.94%，也不能读成上涨概率9.94%。训练答案经过了同日排名再减0.5，模型是在拟合这种相对表现分数。因此它的主要用途是同一天股票之间排序。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右列是之后才知道的实际五天收益。920249虽然评分最高，后来仍亏1.40%；920876后来涨2.03%。这说明排序分数不是保证，而且一个日期、五只股票的例子不足以评价整体效果，需要持续看许多天的排序和资金曲线。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日主流程实际采用的不是单独的LightGBM分数，而是四种模型——岭回归、LightGBM、CatBoost和XGBoost——分别做同日排名，再取排名比例的平均值，按这个综合分数买前10只。比如某只股票在四种方法里都排得靠前，综合分数也会高。这里只展开LightGBM这个成员，是为了让模型输入输出能够被直接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在4月1日收盘做决定时，只能使用左边的代码和模型分数。右边的真实收益当时不可用，它出现后用来评价旧预测，或等下一次训练再作为历史答案。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来源：h5/2026Q2_predictions.parquet、2026Q2_selection.json；03_20260401一百只股票最终评分.csv；train_models.py中的ensemble构造。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提到的参数漂移，可以翻译成：过去那套“什么条件下给高分、什么条件下给低分”的关系，到了另一段市场可能不适用了。比如过去近期上涨的股票容易继续领先，后来市场却更偏向反弹，旧的判断边界和修正幅度就可能需要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上先给出观察到的事实。纯LightGBM五天预测在2026年Q1平均每日排名IC约0.173，Q2降到0.014，Q3又回到0.176。Q2接近0，表示平均而言，模型当天的高低分排序与后来相对收益的关系弱得多。它不表示整个季度只赚了1.4%，更不能只凭这张图认定是哪一个经济原因导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目前用季度重训来回应变化：每次换一段最近历史，重新选择输入列，再重新建立树。这能让模型有机会学到不同的分界，但它要等到下一季度，而且使用约两年的等权历史，因此短期变化可能被较长历史稀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如果变化发生在季度中间，当前模型不会当天自动修改参数。季度内不断到来的新输入可以改变预测，但那和改变模型本身是两回事。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Q1到Q2因子重合94列，Q2到Q3重合93列。相同因子仍可被不同的树组合使用。下一页再把“信号多快过期”和“模型多久需要更新”分开说明。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来源：.ppt_build_20261016/h5_lgbm_daily_ic_groups.csv；.ppt_teacher_20261016/evidence.json；各季度deployment_factors.csv。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至少有两种不同的变化。第一种是一个信号发出后，隔1天、5天、20天再看，其效果会不会变弱。这关系到持有多久。第二种是同样的五天预测关系，几个月前有用，最近是否已经不再有用。这关系到训练历史留多长、多久重训一次。不能把这两件事都笼统地叫“衰减”，然后直接指定一个更新频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把截止2026年3月24日的046因子，分别在最近21、63、126和499个信号日里算平均IC。最近21日约0.060，63日约0.146，126日约0.141，499日约0.152。短窗口比长窗口弱，提示近期关系值得关注。但短窗口也更容易受随机波动影响，这四根柱子还不能量出一个确定的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实际实现仍然是504日窗口、样本等权、季度重训。右边是拟比较的两套规则，不是已经实现的成绩：快方案只留63日，每5日重训；慢方案留252日，每21日重训。每次也必须先删掉答案尚未出现的记录。它们应该只在过去的内部验证期比较扣费超额、稳定性与交易成本，确定规则后再进入后面的新时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还可以给较旧样本更小的训练权重。公式为2的“负的距今交易日数除以半衰期”次方。半衰期21日时，21日前样本权重0.5，42日前0.25。这里说的是学习时的重视程度，不是把那只股票仓位直接减半。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更新更容易跟上变化，也更容易追逐短期噪声；慢更新更稳定，也可能反应迟缓。所以应让“窗口长度、样本权重、更新频率”作为一组规则，在只看过去数据的条件下比较，不能看到某个测试季度不好之后，倒回来专门挑一个能修好它的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来源：10_用于选因子的每一天IC.csv；.ppt_teacher_20261016/evidence.json。快慢窗口和时间权重属于待验证方案，未并入当前资金曲线。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把“有没有跑赢”直接画出来。每个日期先分别计算策略和基准相对共同起点的累计收益，再把策略累计收益减去基准累计收益。纵轴单位是百分点，0表示两者累计赚赔一样，高于0表示主流程领先，低于0表示落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黑线是相对期初等权持有的差额。开始一段明显在0以下，说明那时简单持有更好。后面才逐渐收回差距并超过。到期末，黑线是正34.63个百分点，灰线也就是相对北证50，是正54.58个百分点。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值并不是每天收益差简单相加。必须先把两边自己的每日收益连续累计成各自资产，再比较同一天各自相对起点的总收益。某天超额增加，可能是策略涨得更多，也可能是基准跌得更多，不能只凭超额曲线上升就说策略当天赚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个容易混淆的口径是相对财富比。策略期末1.4923，等权期末1.1459，1.4923除以1.1459再减1，约30.22%。它回答的是“期末资产比基准多百分之多少”，而34.63个百分点回答“两个从同一起点算出的累计收益率差多少”。两种都能描述比较，但不能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这里展示的是原始收益差，还同时包含仓位管理、现金比例、费用和选股等影响，不能直接称为已经剥离市场风险的纯选股收益。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来源：.ppt_teacher_20261016/visual_revision/comparison_daily.csv、analysis.json；超额图使用完整每日资产，不省略中间回撤。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期末跑赢，不能说明每个阶段都跑赢。这张柱图把相同的两个连续账户按季度拆开，每个季度各自用季度末资产除以上季度末资产，再减1，最后做策略减基准。首季从2024年10月8日开始。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2024年Q4落后等权约13.08个百分点，2025年Q1略落后0.46个百分点。2025年Q2和Q3分别领先约7.63和2.65个百分点。2025年Q4和2026年Q1领先较多，约8.70和12.70个百分点。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尤其要看2026年Q2。主流程该季约亏6.43%，原持有组合约亏4.91%，所以虽然市场也不好，策略仍比简单持有多亏约1.52个百分点。这一季不能用“市场整体下跌”来解释全部相对落后。2026年Q3主流程约亏1.31%，基准约亏9.44%，则少亏约8.12个百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这些季度柱子的价值，是让我们看到效果并不均匀，既有领先也有落后。它们可以和模型季度IC、当季方法和仓位设置一起检查，但仅凭同时出现的变化，还不能证明谁导致了谁。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最后，季度差额不能直接相加得到全期34.63个百分点。因为每季的本金基数已经不同，收益连续相乘，而不是简单相加。全期应回到两条连续资产曲线的起点和终点计算。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来源：visual_revision/analysis.json，quarterly；comparison_daily.csv。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这一页专门回答老师强调的问题：策略亏钱，是否仍然可能有价值？请看后一年。我们在2025年9月30日收盘把三条线都重新表示成100万元，然后观察到2026年9月30日的变化。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这只是为了便于比较而改变图的刻度，没有真的在9月30日卖光重买。买入持有基准仍然拿着最初买的那些股票和已经积累的现金，主流程也延续原账户。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这一年，主流程收益为负8.24%，等权持有负31.87%，北证50负31.99%。所以主流程确实亏了钱，但比等权少亏23.63个百分点，比指数少亏23.75个百分点。这个结论比只报一个负收益更完整。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时也不能直接说，这23个多百分点全都是选对股票的贡献。主流程平均股票仓位比接近满仓的持有组合低，市场下跌时，现金多本身就可能让账户少跌。相对表现需要进一步分清选股、仓位和成本，后面会给出额外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用期货对冲市场下跌的思路，本稿没有计算可实现的对冲账户。要把原始超额变成真实对冲后收益，还要说明对冲什么指数、用多大数量、何时调整以及费用、基差和保证金影响，不能把相对指数的差额直接当成已经赚到的对冲利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来源：comparison_daily.csv；区间以2025-09-30收盘为基数，纳入此后全部每日变化，直到2026-09-30。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金曲线告诉我们还剩多少钱，回撤曲线告诉我们从此前最好的状态跌下来多少。算法是：每一天先找从起点到当天出现过的最高资产，再用当天资产除以那个最高资产，减1。当天创新高时回撤为0，低于此前峰值时为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比如账户先从100万涨到140万，再跌到112万，回撤是112除以140减1，等于负20%，不是相对最初100万计算。最大回撤就是整条曲线里最深的那一次下跌，通常用正数报告它的幅度。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本次全期，主流程最大回撤23.87%，期初等权持有41.38%，北证50价格37.95%。请看黑线最深处：主流程在2025年3月18日有142.64万元，到4月7日剩108.59万元，从峰值跌去约34.05万元。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因此，主流程虽然全期赚钱，也确实经历过明显回撤。另一方面，等权持有后面跌得更深，这种差异也是比较策略时需要看见的。只给期末收益会漏掉中途持有者面对的压力。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这里用的是每天收盘后的账户资产，包含现金、持股市值、费用和按项目情景记录的分红送转。它不能代表盘中最深跌幅，也不能反映为了出清所有仓位还需要付出的额外退出费用。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来源：selected_daily.csv、buy_hold_daily.csv、bj50_benchmark.csv；visual_revision/analysis.json与原evidence.json中的max_drawdown。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先不猜宏观原因，先把亏损在账上算清楚。2026年3月31日收盘，主流程约161.60万元；9月30日收盘约149.23万元，净减少123,761元。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每根柱子的单位是万元。前三根是这一段价差损失较大的股票：920575约负4.01万元，920090约负2.27万元，920405约负1.13万元；其余股票的价差合计约负3.90万元。这里的“其余合计”把其中赚的和亏的都包括在内，不表示其余每只都亏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只股票价差损益的计算是：期末持仓市值减期初持仓市值，再加期间卖出金额，减期间买入金额。这样即使某只股票期初或期末没有持仓、期间多次买卖，也能放在同一个式子里核对。随后再单列交易费用和现金分红，避免重复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按元取整后，股票价差负113,045元，再减交易费用11,997元，加现金分红1,281元，正好得到负123,761元。图上各柱保留两位万元，存在显示四舍五入，所以对账用下面按元的数。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期主流程收益负7.66%，等权持有约负13.88%，所以仍少亏6.23个百分点。我们既承认实际亏损，也说明相对基准的结果。这种拆解能回答钱在哪些股票和费用上减少，但还不能单凭损失金额就断定因子失效、行业变化或市场状态是唯一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来源：selected_holdings.csv、selected_orders.csv、selected_daily.csv；.ppt_teacher_20261016/analyze_evidence.py中的attrib；attribution_2026-03-31_2026-09-30.csv。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的结论是：现有结果还不能把选股贡献和仓位贡献完全拆开。主流程全期平均股票仓位只有27.79%，期初等权持有约98.55%。仓位可以简单理解为账户中有多少比例的钱正在股票里。市场下跌时，多持现金也可能明显少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又做了一个对照：保持主流程各日期使用的仓位风控规则和五天分批交易方式，把模型选前10或20只改成当日整个股票池100只等额分配。这个“同仓位规则的动态等权”全期收益12.47%、最大回撤12.57%。但实际平均股票仓位只有15.11%，还低于主流程。原因是同样资金摊到100只后，更容易受到最低买入100股等成交约束，规则相同不等于最终买到的仓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两行再看不使用额外择时规则的固定对照。纯LightGBM每天选前20只，全期收益109.34%，最大回撤44.35%，平均股票仓位79.21%。动态股票池等权收益22.41%，最大回撤33.32%，平均仓位51.21%。它们仍是五天分批交易账户，因此“无择时”也不代表每一天严格100%满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这些数据说明，单独LightGBM历史上有更高收益，同时承担更深回撤；主流程的仓位控制也影响了结果。但是对照之间的实际仓位、交易成功率和费用不同，不能把收益一减就说全部是纯选股能力。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是使用已有设置的历史对照，不是根据这张表重新挑出一个最赚钱账户后，就宣称那是新的独立成绩。若要进一步识别纯选股贡献，需要在事先固定的规则下，让实际风险和成交约束尽可能可比，再在后续时期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来源：h5/fixed_daily.parquet、equal_pool_daily.csv、selected_daily.csv；visual_revision/same_policy_equal_daily.csv；visual_analysis.py。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IC。它看的是同一天股票之间，模型或因子的高低排序和后来收益排序是不是一致。平均IC是每天算完以后再平均；ICIR再把这个平均值除以每日IC的标准差。标准差就是这些每天的数字围绕平均值晃动得多不多，晃动越大，这个稳定性比值通常越小。本稿ICIR没有额外乘根号252。046本次平均IC约0.1523，日IC标准差约0.1853，因此ICIR约0.8214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这一组因子筛选数据使用的是2024年3月1日至2026年3月24日的499个信号日，对应答案到3月31日成熟。它与账户回测区间是两回事。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对基准超额使用同一时期、同一起点的两个累计收益率之差，单位是百分点。本稿全期从2024年10月8日收盘到2026年9月30日收盘。平均IC好，不保证扣费以后就跑赢基准，因为选几只、投入多少、什么时候成交和费用都会影响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夏普从账户每日收益计算：平均日收益减日无风险收益，除以每日收益标准差，再乘根号252。这里的每日收益来自今天账户资产除以昨天账户资产减1，原账本首日相对初始资金计算。年无风险收益假设1.5%，换成日值是1.015的1/252次方减1。它是在衡量为赚取平均超出现金参考的收益，承担了多少日常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卡玛用年化收益除以最大回撤。年化收益按账户期末与期初的比值，以及实际日历天数折算成年，当前实现用365.25天为一年；最大回撤是前页从历史高点跌下来的最深幅度。卡玛和Gamma是不同指标，本项目这里算的是Calma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相关公式里的求和针对同一天股票，ICIR的波动针对各天IC，夏普的波动针对各天账户收益，三者不能混用。当前筛选IC的缺失值问题仍以第8页的说明为准。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来源：tools/research_20261011/train_models.py、ledger.py；02_2026Q2五天模型全部因子筛选过程.csv；12_五天策略每日资产夏普回撤计算表.csv。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把本次结论收在两个数字上。全期主流程相对期初等权持有，多34.63个百分点；后一年主流程虽然亏损，但相对同一个持有组合少亏23.63个百分点。因此在这段历史上，主流程确实提供了相对于简单持有的改善，绝对亏损不能单独作为否定它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同时，改善不均匀。2024年Q4和2026年Q2仍然落后于等权基准，主流程全期也经历过23.87%的最大回撤。不能用一个期末超额遮住中间不好的阶段。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方法上，当前是先按覆盖率、平均IC绝对值和相关去重预选100列，再用LightGBM学习判断条件。模型输入是多天股票记录堆叠成的表，每季度重新筛因子、重新训练，季度内每天只换输入。对于因子衰减和关系变化，目前只实现了固定季度更新，快慢窗口及时间权重仍是待验证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有三个影响判断的边界。第一，这段历史已被研究反复查看，不能冒充完全没看过的新时期成绩。第二，供应商因子发布时间、历史证券状态和IC缺失值口径还需要核验。第三，策略与基准实际仓位差异明显，还不能把全部超额都归因于选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因此后续评价应先冻结规则，再在后续时期持续比较扣费后的基准超额、回撤和分阶段稳定性。这样才能回答，这次历史上的改善能不能继续出现，而不是只在已经知道答案的历史里反复调整到最好看。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来源：本稿第2、6、8、11—12、17—23页对应的代码、资金账本及对照分析；visual_revision/analysis.json。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e1eced28c41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05395c57d40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3608ce73940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405c47cae4f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47f89ff2243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4a394cb26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F0727C-5755-4F91-A5CC-F902EBE8B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14EF36-52E1-406A-9169-11294E69CC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9CF289-2C8A-49DA-A39F-B5A7CC7B0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ADAAFF-F2E7-4C57-B74B-B9FB5947E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6AF635-15B7-4120-BF06-7D2438D2B0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6BD6EE-18FF-437E-97B4-6AA69F536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5670FF-E88C-4538-BBB0-AE64562CA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FDE2CC-3AA4-4A81-8A91-515FC6BAF9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C44B13-0667-42FD-9509-EAD885EDB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6DDF67-D71D-4F3C-8AC2-7F542D0D4B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476d8c4b984af9" /><Relationship Type="http://schemas.openxmlformats.org/officeDocument/2006/relationships/slideLayout" Target="/ppt/slideLayouts/slideLayout1.xml" Id="R67e1c6356ec340d5" /><Relationship Type="http://schemas.openxmlformats.org/officeDocument/2006/relationships/slideLayout" Target="/ppt/slideLayouts/slideLayout2.xml" Id="R8153033970ac44cc" /><Relationship Type="http://schemas.openxmlformats.org/officeDocument/2006/relationships/slideLayout" Target="/ppt/slideLayouts/slideLayout3.xml" Id="R01674dda0cf1441b" /><Relationship Type="http://schemas.openxmlformats.org/officeDocument/2006/relationships/slideLayout" Target="/ppt/slideLayouts/slideLayout4.xml" Id="R0e34dfa0e7f34f03" /><Relationship Type="http://schemas.openxmlformats.org/officeDocument/2006/relationships/slideLayout" Target="/ppt/slideLayouts/slideLayout5.xml" Id="R2d0b98df168e4ea5" /><Relationship Type="http://schemas.openxmlformats.org/officeDocument/2006/relationships/slideLayout" Target="/ppt/slideLayouts/slideLayout6.xml" Id="R635369dc02f34d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1c6356ec340d5"/>
    <p:sldLayoutId xmlns:r="http://schemas.openxmlformats.org/officeDocument/2006/relationships" id="2147483650" r:id="R8153033970ac44cc"/>
    <p:sldLayoutId xmlns:r="http://schemas.openxmlformats.org/officeDocument/2006/relationships" id="2147483651" r:id="R01674dda0cf1441b"/>
    <p:sldLayoutId xmlns:r="http://schemas.openxmlformats.org/officeDocument/2006/relationships" id="2147483652" r:id="R0e34dfa0e7f34f03"/>
    <p:sldLayoutId xmlns:r="http://schemas.openxmlformats.org/officeDocument/2006/relationships" id="2147483653" r:id="R2d0b98df168e4ea5"/>
    <p:sldLayoutId xmlns:r="http://schemas.openxmlformats.org/officeDocument/2006/relationships" id="2147483654" r:id="R635369dc02f34d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36047db6c42ab" /><Relationship Type="http://schemas.openxmlformats.org/officeDocument/2006/relationships/notesSlide" Target="/ppt/notesSlides/notesSlide1.xml" Id="R14927f2506b241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ba9b034bd4a22" /><Relationship Type="http://schemas.openxmlformats.org/officeDocument/2006/relationships/chart" Target="/ppt/slides/charts/chart1.xml" Id="R4bb4ca033a134828" /><Relationship Type="http://schemas.openxmlformats.org/officeDocument/2006/relationships/notesSlide" Target="/ppt/notesSlides/notesSlide2.xml" Id="R6185e994513a4d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9ca7453a44585" /><Relationship Type="http://schemas.openxmlformats.org/officeDocument/2006/relationships/notesSlide" Target="/ppt/notesSlides/notesSlide3.xml" Id="R2fe4105951da47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0ef88193dc4a69" /><Relationship Type="http://schemas.openxmlformats.org/officeDocument/2006/relationships/notesSlide" Target="/ppt/notesSlides/notesSlide4.xml" Id="R5c0ba89b30bf4e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40af819644c50" /><Relationship Type="http://schemas.openxmlformats.org/officeDocument/2006/relationships/notesSlide" Target="/ppt/notesSlides/notesSlide5.xml" Id="Re6388156eea84c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1c3a8de0b4a7e" /><Relationship Type="http://schemas.openxmlformats.org/officeDocument/2006/relationships/notesSlide" Target="/ppt/notesSlides/notesSlide6.xml" Id="R79d81deb77bb4c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00b51e05d4969" /><Relationship Type="http://schemas.openxmlformats.org/officeDocument/2006/relationships/chart" Target="/ppt/slides/charts/chart2.xml" Id="R39aaad2352b14007" /><Relationship Type="http://schemas.openxmlformats.org/officeDocument/2006/relationships/chart" Target="/ppt/slides/charts/chart3.xml" Id="Rdec06d8bfed64b3f" /><Relationship Type="http://schemas.openxmlformats.org/officeDocument/2006/relationships/notesSlide" Target="/ppt/notesSlides/notesSlide7.xml" Id="R2ca9bf27048c49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96e2066594761" /><Relationship Type="http://schemas.openxmlformats.org/officeDocument/2006/relationships/notesSlide" Target="/ppt/notesSlides/notesSlide8.xml" Id="R06d1ee8a841d41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f56fb052443c2" /><Relationship Type="http://schemas.openxmlformats.org/officeDocument/2006/relationships/notesSlide" Target="/ppt/notesSlides/notesSlide9.xml" Id="Rb9552b98b5d740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9442120944a43" /><Relationship Type="http://schemas.openxmlformats.org/officeDocument/2006/relationships/notesSlide" Target="/ppt/notesSlides/notesSlide10.xml" Id="R834b9d1454ae47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1252efb1f847e8" /><Relationship Type="http://schemas.openxmlformats.org/officeDocument/2006/relationships/notesSlide" Target="/ppt/notesSlides/notesSlide11.xml" Id="R9445a2f4c21b43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09cd9667e5493a" /><Relationship Type="http://schemas.openxmlformats.org/officeDocument/2006/relationships/notesSlide" Target="/ppt/notesSlides/notesSlide12.xml" Id="R7907ca3d066348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2ead4422d4460" /><Relationship Type="http://schemas.openxmlformats.org/officeDocument/2006/relationships/notesSlide" Target="/ppt/notesSlides/notesSlide13.xml" Id="Re971687f744343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24db036134a5f" /><Relationship Type="http://schemas.openxmlformats.org/officeDocument/2006/relationships/chart" Target="/ppt/slides/charts/chart4.xml" Id="R732a436dc67a4ae8" /><Relationship Type="http://schemas.openxmlformats.org/officeDocument/2006/relationships/notesSlide" Target="/ppt/notesSlides/notesSlide14.xml" Id="R0fe7fd89dfd648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7bd02f76f4cc8" /><Relationship Type="http://schemas.openxmlformats.org/officeDocument/2006/relationships/notesSlide" Target="/ppt/notesSlides/notesSlide15.xml" Id="Ra01e3e10c07942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2b01167de46cb" /><Relationship Type="http://schemas.openxmlformats.org/officeDocument/2006/relationships/chart" Target="/ppt/slides/charts/chart5.xml" Id="Raaf267bc7eb749b7" /><Relationship Type="http://schemas.openxmlformats.org/officeDocument/2006/relationships/notesSlide" Target="/ppt/notesSlides/notesSlide16.xml" Id="R53657042e2d548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99384b77d42d5" /><Relationship Type="http://schemas.openxmlformats.org/officeDocument/2006/relationships/chart" Target="/ppt/slides/charts/chart6.xml" Id="R4377236fb65740f1" /><Relationship Type="http://schemas.openxmlformats.org/officeDocument/2006/relationships/notesSlide" Target="/ppt/notesSlides/notesSlide17.xml" Id="Rbc36355d6a6c42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edd12854e45a4" /><Relationship Type="http://schemas.openxmlformats.org/officeDocument/2006/relationships/chart" Target="/ppt/slides/charts/chart7.xml" Id="Rbb751231eadb4b76" /><Relationship Type="http://schemas.openxmlformats.org/officeDocument/2006/relationships/notesSlide" Target="/ppt/notesSlides/notesSlide18.xml" Id="R5c83298d2a9a47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2b01ed9a44be0" /><Relationship Type="http://schemas.openxmlformats.org/officeDocument/2006/relationships/chart" Target="/ppt/slides/charts/chart8.xml" Id="Rf206bde320894d22" /><Relationship Type="http://schemas.openxmlformats.org/officeDocument/2006/relationships/notesSlide" Target="/ppt/notesSlides/notesSlide19.xml" Id="R9c11a816a4714a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8614802e64362" /><Relationship Type="http://schemas.openxmlformats.org/officeDocument/2006/relationships/chart" Target="/ppt/slides/charts/chart9.xml" Id="R108e814decef4e48" /><Relationship Type="http://schemas.openxmlformats.org/officeDocument/2006/relationships/notesSlide" Target="/ppt/notesSlides/notesSlide20.xml" Id="R71af33b7ab1042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b50163236b49d2" /><Relationship Type="http://schemas.openxmlformats.org/officeDocument/2006/relationships/chart" Target="/ppt/slides/charts/chart10.xml" Id="Rd19688dc88f342f4" /><Relationship Type="http://schemas.openxmlformats.org/officeDocument/2006/relationships/notesSlide" Target="/ppt/notesSlides/notesSlide21.xml" Id="R28c012717b0d42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bce319825d473b" /><Relationship Type="http://schemas.openxmlformats.org/officeDocument/2006/relationships/chart" Target="/ppt/slides/charts/chart11.xml" Id="Rfdd8e4ebeef04a4a" /><Relationship Type="http://schemas.openxmlformats.org/officeDocument/2006/relationships/notesSlide" Target="/ppt/notesSlides/notesSlide22.xml" Id="R1faaa726a9f14d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005d63a724b84" /><Relationship Type="http://schemas.openxmlformats.org/officeDocument/2006/relationships/notesSlide" Target="/ppt/notesSlides/notesSlide23.xml" Id="R23f94eab6b6947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9cb3cce0a40ce" /><Relationship Type="http://schemas.openxmlformats.org/officeDocument/2006/relationships/notesSlide" Target="/ppt/notesSlides/notesSlide24.xml" Id="R07d372d197eb4a8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b6d91332e4965" /><Relationship Type="http://schemas.openxmlformats.org/officeDocument/2006/relationships/notesSlide" Target="/ppt/notesSlides/notesSlide25.xml" Id="R723c7cb135c949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主流程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Ref>
              <c:f>'Chart Data'!$A$2:$A$486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Data'!$B$2:$B$486</c:f>
              <c:numCache>
                <c:formatCode>0</c:formatCode>
                <c:ptCount val="485"/>
                <c:pt idx="0">
                  <c:v>100</c:v>
                </c:pt>
                <c:pt idx="1">
                  <c:v>99.21757265</c:v>
                </c:pt>
                <c:pt idx="2">
                  <c:v>99.11993971</c:v>
                </c:pt>
                <c:pt idx="3">
                  <c:v>98.52454498</c:v>
                </c:pt>
                <c:pt idx="4">
                  <c:v>98.94426143</c:v>
                </c:pt>
                <c:pt idx="5">
                  <c:v>99.11154078</c:v>
                </c:pt>
                <c:pt idx="6">
                  <c:v>99.36952896</c:v>
                </c:pt>
                <c:pt idx="7">
                  <c:v>99.84510738</c:v>
                </c:pt>
                <c:pt idx="8">
                  <c:v>100.56759978</c:v>
                </c:pt>
                <c:pt idx="9">
                  <c:v>101.79363682</c:v>
                </c:pt>
                <c:pt idx="10">
                  <c:v>101.60931933</c:v>
                </c:pt>
                <c:pt idx="11">
                  <c:v>102.42002004</c:v>
                </c:pt>
                <c:pt idx="12">
                  <c:v>102.79204368</c:v>
                </c:pt>
                <c:pt idx="13">
                  <c:v>102.62167768</c:v>
                </c:pt>
                <c:pt idx="14">
                  <c:v>103.1281756</c:v>
                </c:pt>
                <c:pt idx="15">
                  <c:v>103.63116086</c:v>
                </c:pt>
                <c:pt idx="16">
                  <c:v>103.87656986</c:v>
                </c:pt>
                <c:pt idx="17">
                  <c:v>103.26959786</c:v>
                </c:pt>
                <c:pt idx="18">
                  <c:v>102.35405103</c:v>
                </c:pt>
                <c:pt idx="19">
                  <c:v>102.96009783</c:v>
                </c:pt>
                <c:pt idx="20">
                  <c:v>104.30577236</c:v>
                </c:pt>
                <c:pt idx="21">
                  <c:v>104.52763885</c:v>
                </c:pt>
                <c:pt idx="22">
                  <c:v>105.06950522</c:v>
                </c:pt>
                <c:pt idx="23">
                  <c:v>104.97115595</c:v>
                </c:pt>
                <c:pt idx="24">
                  <c:v>105.09150997</c:v>
                </c:pt>
                <c:pt idx="25">
                  <c:v>104.87464708</c:v>
                </c:pt>
                <c:pt idx="26">
                  <c:v>105.25431242</c:v>
                </c:pt>
                <c:pt idx="27">
                  <c:v>104.80871161</c:v>
                </c:pt>
                <c:pt idx="28">
                  <c:v>104.88757707</c:v>
                </c:pt>
                <c:pt idx="29">
                  <c:v>104.98139873</c:v>
                </c:pt>
                <c:pt idx="30">
                  <c:v>104.61428517</c:v>
                </c:pt>
                <c:pt idx="31">
                  <c:v>105.49395132</c:v>
                </c:pt>
                <c:pt idx="32">
                  <c:v>105.88282408</c:v>
                </c:pt>
                <c:pt idx="33">
                  <c:v>105.72972482</c:v>
                </c:pt>
                <c:pt idx="34">
                  <c:v>105.84670172</c:v>
                </c:pt>
                <c:pt idx="35">
                  <c:v>105.31059655</c:v>
                </c:pt>
                <c:pt idx="36">
                  <c:v>106.12374075</c:v>
                </c:pt>
                <c:pt idx="37">
                  <c:v>106.15203704</c:v>
                </c:pt>
                <c:pt idx="38">
                  <c:v>107.03538237</c:v>
                </c:pt>
                <c:pt idx="39">
                  <c:v>107.83906453</c:v>
                </c:pt>
                <c:pt idx="40">
                  <c:v>108.347964</c:v>
                </c:pt>
                <c:pt idx="41">
                  <c:v>107.59753282</c:v>
                </c:pt>
                <c:pt idx="42">
                  <c:v>107.88783955</c:v>
                </c:pt>
                <c:pt idx="43">
                  <c:v>107.66021253</c:v>
                </c:pt>
                <c:pt idx="44">
                  <c:v>106.4914321</c:v>
                </c:pt>
                <c:pt idx="45">
                  <c:v>106.54517609</c:v>
                </c:pt>
                <c:pt idx="46">
                  <c:v>106.23819527</c:v>
                </c:pt>
                <c:pt idx="47">
                  <c:v>106.71048791</c:v>
                </c:pt>
                <c:pt idx="48">
                  <c:v>106.72229245</c:v>
                </c:pt>
                <c:pt idx="49">
                  <c:v>106.00566809</c:v>
                </c:pt>
                <c:pt idx="50">
                  <c:v>105.32701555</c:v>
                </c:pt>
                <c:pt idx="51">
                  <c:v>104.81054391</c:v>
                </c:pt>
                <c:pt idx="52">
                  <c:v>105.48018306</c:v>
                </c:pt>
                <c:pt idx="53">
                  <c:v>105.46820668</c:v>
                </c:pt>
                <c:pt idx="54">
                  <c:v>104.28642677</c:v>
                </c:pt>
                <c:pt idx="55">
                  <c:v>104.70022831</c:v>
                </c:pt>
                <c:pt idx="56">
                  <c:v>103.0598814</c:v>
                </c:pt>
                <c:pt idx="57">
                  <c:v>103.13314919</c:v>
                </c:pt>
                <c:pt idx="58">
                  <c:v>103.55206422</c:v>
                </c:pt>
                <c:pt idx="59">
                  <c:v>101.80818082</c:v>
                </c:pt>
                <c:pt idx="60">
                  <c:v>102.11164852</c:v>
                </c:pt>
                <c:pt idx="61">
                  <c:v>102.24479551</c:v>
                </c:pt>
                <c:pt idx="62">
                  <c:v>101.98961398</c:v>
                </c:pt>
                <c:pt idx="63">
                  <c:v>101.01792447</c:v>
                </c:pt>
                <c:pt idx="64">
                  <c:v>102.68892686</c:v>
                </c:pt>
                <c:pt idx="65">
                  <c:v>104.01358345</c:v>
                </c:pt>
                <c:pt idx="66">
                  <c:v>105.63218849</c:v>
                </c:pt>
                <c:pt idx="67">
                  <c:v>103.42269466</c:v>
                </c:pt>
                <c:pt idx="68">
                  <c:v>102.53527682</c:v>
                </c:pt>
                <c:pt idx="69">
                  <c:v>108.16224501</c:v>
                </c:pt>
                <c:pt idx="70">
                  <c:v>108.59929439</c:v>
                </c:pt>
                <c:pt idx="71">
                  <c:v>109.31930721</c:v>
                </c:pt>
                <c:pt idx="72">
                  <c:v>108.29666206</c:v>
                </c:pt>
                <c:pt idx="73">
                  <c:v>108.22849433</c:v>
                </c:pt>
                <c:pt idx="74">
                  <c:v>107.59508477</c:v>
                </c:pt>
                <c:pt idx="75">
                  <c:v>106.46134936</c:v>
                </c:pt>
                <c:pt idx="76">
                  <c:v>105.87961051</c:v>
                </c:pt>
                <c:pt idx="77">
                  <c:v>107.45261065</c:v>
                </c:pt>
                <c:pt idx="78">
                  <c:v>105.73798419</c:v>
                </c:pt>
                <c:pt idx="79">
                  <c:v>107.28919632</c:v>
                </c:pt>
                <c:pt idx="80">
                  <c:v>110.17517428</c:v>
                </c:pt>
                <c:pt idx="81">
                  <c:v>112.81574007</c:v>
                </c:pt>
                <c:pt idx="82">
                  <c:v>116.25975592</c:v>
                </c:pt>
                <c:pt idx="83">
                  <c:v>116.99186175</c:v>
                </c:pt>
                <c:pt idx="84">
                  <c:v>118.90725237</c:v>
                </c:pt>
                <c:pt idx="85">
                  <c:v>117.84054915</c:v>
                </c:pt>
                <c:pt idx="86">
                  <c:v>116.44602944</c:v>
                </c:pt>
                <c:pt idx="87">
                  <c:v>118.07487238</c:v>
                </c:pt>
                <c:pt idx="88">
                  <c:v>116.91136266</c:v>
                </c:pt>
                <c:pt idx="89">
                  <c:v>119.362233</c:v>
                </c:pt>
                <c:pt idx="90">
                  <c:v>121.6055299</c:v>
                </c:pt>
                <c:pt idx="91">
                  <c:v>122.05216945</c:v>
                </c:pt>
                <c:pt idx="92">
                  <c:v>122.11950604</c:v>
                </c:pt>
                <c:pt idx="93">
                  <c:v>121.5837391</c:v>
                </c:pt>
                <c:pt idx="94">
                  <c:v>122.57803052</c:v>
                </c:pt>
                <c:pt idx="95">
                  <c:v>125.69377465</c:v>
                </c:pt>
                <c:pt idx="96">
                  <c:v>126.17552867</c:v>
                </c:pt>
                <c:pt idx="97">
                  <c:v>128.56824127</c:v>
                </c:pt>
                <c:pt idx="98">
                  <c:v>132.20371856</c:v>
                </c:pt>
                <c:pt idx="99">
                  <c:v>134.10795869</c:v>
                </c:pt>
                <c:pt idx="100">
                  <c:v>134.45586834</c:v>
                </c:pt>
                <c:pt idx="101">
                  <c:v>135.650909</c:v>
                </c:pt>
                <c:pt idx="102">
                  <c:v>137.59067825</c:v>
                </c:pt>
                <c:pt idx="103">
                  <c:v>138.09983594</c:v>
                </c:pt>
                <c:pt idx="104">
                  <c:v>137.64543201</c:v>
                </c:pt>
                <c:pt idx="105">
                  <c:v>136.36574187</c:v>
                </c:pt>
                <c:pt idx="106">
                  <c:v>140.82175777</c:v>
                </c:pt>
                <c:pt idx="107">
                  <c:v>142.51882089</c:v>
                </c:pt>
                <c:pt idx="108">
                  <c:v>142.63993712</c:v>
                </c:pt>
                <c:pt idx="109">
                  <c:v>139.72413345</c:v>
                </c:pt>
                <c:pt idx="110">
                  <c:v>136.37951093</c:v>
                </c:pt>
                <c:pt idx="111">
                  <c:v>132.83815222</c:v>
                </c:pt>
                <c:pt idx="112">
                  <c:v>134.17146921</c:v>
                </c:pt>
                <c:pt idx="113">
                  <c:v>135.71856887</c:v>
                </c:pt>
                <c:pt idx="114">
                  <c:v>133.72675303</c:v>
                </c:pt>
                <c:pt idx="115">
                  <c:v>132.67672638</c:v>
                </c:pt>
                <c:pt idx="116">
                  <c:v>131.68367521</c:v>
                </c:pt>
                <c:pt idx="117">
                  <c:v>131.17638382</c:v>
                </c:pt>
                <c:pt idx="118">
                  <c:v>130.68554221</c:v>
                </c:pt>
                <c:pt idx="119">
                  <c:v>130.77233296</c:v>
                </c:pt>
                <c:pt idx="120">
                  <c:v>129.95974522</c:v>
                </c:pt>
                <c:pt idx="121">
                  <c:v>108.59474561</c:v>
                </c:pt>
                <c:pt idx="122">
                  <c:v>112.73734922</c:v>
                </c:pt>
                <c:pt idx="123">
                  <c:v>124.24066849</c:v>
                </c:pt>
                <c:pt idx="124">
                  <c:v>128.44297632</c:v>
                </c:pt>
                <c:pt idx="125">
                  <c:v>131.50934689</c:v>
                </c:pt>
                <c:pt idx="126">
                  <c:v>132.50088156</c:v>
                </c:pt>
                <c:pt idx="127">
                  <c:v>132.72573167</c:v>
                </c:pt>
                <c:pt idx="128">
                  <c:v>129.42959498</c:v>
                </c:pt>
                <c:pt idx="129">
                  <c:v>130.29071918</c:v>
                </c:pt>
                <c:pt idx="130">
                  <c:v>133.3607919</c:v>
                </c:pt>
                <c:pt idx="131">
                  <c:v>134.99298018</c:v>
                </c:pt>
                <c:pt idx="132">
                  <c:v>134.7725642</c:v>
                </c:pt>
                <c:pt idx="133">
                  <c:v>134.70332949</c:v>
                </c:pt>
                <c:pt idx="134">
                  <c:v>129.47912205</c:v>
                </c:pt>
                <c:pt idx="135">
                  <c:v>129.45878984</c:v>
                </c:pt>
                <c:pt idx="136">
                  <c:v>126.04853759</c:v>
                </c:pt>
                <c:pt idx="137">
                  <c:v>127.11305554</c:v>
                </c:pt>
                <c:pt idx="138">
                  <c:v>130.88952371</c:v>
                </c:pt>
                <c:pt idx="139">
                  <c:v>136.14007265</c:v>
                </c:pt>
                <c:pt idx="140">
                  <c:v>138.05775425</c:v>
                </c:pt>
                <c:pt idx="141">
                  <c:v>138.47672513</c:v>
                </c:pt>
                <c:pt idx="142">
                  <c:v>137.78616195</c:v>
                </c:pt>
                <c:pt idx="143">
                  <c:v>140.7518854</c:v>
                </c:pt>
                <c:pt idx="144">
                  <c:v>142.65324085</c:v>
                </c:pt>
                <c:pt idx="145">
                  <c:v>146.06312417</c:v>
                </c:pt>
                <c:pt idx="146">
                  <c:v>149.48814005</c:v>
                </c:pt>
                <c:pt idx="147">
                  <c:v>150.5918596</c:v>
                </c:pt>
                <c:pt idx="148">
                  <c:v>151.07721052</c:v>
                </c:pt>
                <c:pt idx="149">
                  <c:v>154.19089143</c:v>
                </c:pt>
                <c:pt idx="150">
                  <c:v>153.46309175</c:v>
                </c:pt>
                <c:pt idx="151">
                  <c:v>148.40098049</c:v>
                </c:pt>
                <c:pt idx="152">
                  <c:v>145.19930919</c:v>
                </c:pt>
                <c:pt idx="153">
                  <c:v>148.57293791</c:v>
                </c:pt>
                <c:pt idx="154">
                  <c:v>148.01885043</c:v>
                </c:pt>
                <c:pt idx="155">
                  <c:v>146.81545395</c:v>
                </c:pt>
                <c:pt idx="156">
                  <c:v>151.26044663</c:v>
                </c:pt>
                <c:pt idx="157">
                  <c:v>150.36462705</c:v>
                </c:pt>
                <c:pt idx="158">
                  <c:v>151.31572841</c:v>
                </c:pt>
                <c:pt idx="159">
                  <c:v>153.30528134</c:v>
                </c:pt>
                <c:pt idx="160">
                  <c:v>155.33974699</c:v>
                </c:pt>
                <c:pt idx="161">
                  <c:v>155.47653014</c:v>
                </c:pt>
                <c:pt idx="162">
                  <c:v>156.21597442</c:v>
                </c:pt>
                <c:pt idx="163">
                  <c:v>156.93207433</c:v>
                </c:pt>
                <c:pt idx="164">
                  <c:v>157.87166179</c:v>
                </c:pt>
                <c:pt idx="165">
                  <c:v>156.79594587</c:v>
                </c:pt>
                <c:pt idx="166">
                  <c:v>155.38045195</c:v>
                </c:pt>
                <c:pt idx="167">
                  <c:v>157.1434566</c:v>
                </c:pt>
                <c:pt idx="168">
                  <c:v>157.03368219</c:v>
                </c:pt>
                <c:pt idx="169">
                  <c:v>156.37134687</c:v>
                </c:pt>
                <c:pt idx="170">
                  <c:v>154.24484671</c:v>
                </c:pt>
                <c:pt idx="171">
                  <c:v>153.93104899</c:v>
                </c:pt>
                <c:pt idx="172">
                  <c:v>155.59103579</c:v>
                </c:pt>
                <c:pt idx="173">
                  <c:v>160.7717712</c:v>
                </c:pt>
                <c:pt idx="174">
                  <c:v>162.08971181</c:v>
                </c:pt>
                <c:pt idx="175">
                  <c:v>161.31670955</c:v>
                </c:pt>
                <c:pt idx="176">
                  <c:v>161.77208146</c:v>
                </c:pt>
                <c:pt idx="177">
                  <c:v>162.49507917</c:v>
                </c:pt>
                <c:pt idx="178">
                  <c:v>165.30923668</c:v>
                </c:pt>
                <c:pt idx="179">
                  <c:v>163.91390765</c:v>
                </c:pt>
                <c:pt idx="180">
                  <c:v>163.87903863</c:v>
                </c:pt>
                <c:pt idx="181">
                  <c:v>161.65970767</c:v>
                </c:pt>
                <c:pt idx="182">
                  <c:v>161.85139044</c:v>
                </c:pt>
                <c:pt idx="183">
                  <c:v>163.62919887</c:v>
                </c:pt>
                <c:pt idx="184">
                  <c:v>162.46438588</c:v>
                </c:pt>
                <c:pt idx="185">
                  <c:v>161.86041286</c:v>
                </c:pt>
                <c:pt idx="186">
                  <c:v>162.29074989</c:v>
                </c:pt>
                <c:pt idx="187">
                  <c:v>162.23396325</c:v>
                </c:pt>
                <c:pt idx="188">
                  <c:v>161.62601392</c:v>
                </c:pt>
                <c:pt idx="189">
                  <c:v>161.58141977</c:v>
                </c:pt>
                <c:pt idx="190">
                  <c:v>163.82747029</c:v>
                </c:pt>
                <c:pt idx="191">
                  <c:v>163.05381535</c:v>
                </c:pt>
                <c:pt idx="192">
                  <c:v>163.03551625</c:v>
                </c:pt>
                <c:pt idx="193">
                  <c:v>164.93729972</c:v>
                </c:pt>
                <c:pt idx="194">
                  <c:v>164.12655009</c:v>
                </c:pt>
                <c:pt idx="195">
                  <c:v>163.96360247</c:v>
                </c:pt>
                <c:pt idx="196">
                  <c:v>163.97719457</c:v>
                </c:pt>
                <c:pt idx="197">
                  <c:v>164.21226002</c:v>
                </c:pt>
                <c:pt idx="198">
                  <c:v>163.97693974</c:v>
                </c:pt>
                <c:pt idx="199">
                  <c:v>164.01258874</c:v>
                </c:pt>
                <c:pt idx="200">
                  <c:v>163.70360174</c:v>
                </c:pt>
                <c:pt idx="201">
                  <c:v>163.37444256</c:v>
                </c:pt>
                <c:pt idx="202">
                  <c:v>163.65944053</c:v>
                </c:pt>
                <c:pt idx="203">
                  <c:v>163.99363782</c:v>
                </c:pt>
                <c:pt idx="204">
                  <c:v>164.66639169</c:v>
                </c:pt>
                <c:pt idx="205">
                  <c:v>166.05104254</c:v>
                </c:pt>
                <c:pt idx="206">
                  <c:v>164.56629353</c:v>
                </c:pt>
                <c:pt idx="207">
                  <c:v>165.31783435</c:v>
                </c:pt>
                <c:pt idx="208">
                  <c:v>165.30764887</c:v>
                </c:pt>
                <c:pt idx="209">
                  <c:v>164.77571749</c:v>
                </c:pt>
                <c:pt idx="210">
                  <c:v>161.68072523</c:v>
                </c:pt>
                <c:pt idx="211">
                  <c:v>165.70422582</c:v>
                </c:pt>
                <c:pt idx="212">
                  <c:v>170.76499166</c:v>
                </c:pt>
                <c:pt idx="213">
                  <c:v>172.01693603</c:v>
                </c:pt>
                <c:pt idx="214">
                  <c:v>172.04714469</c:v>
                </c:pt>
                <c:pt idx="215">
                  <c:v>171.40761385</c:v>
                </c:pt>
                <c:pt idx="216">
                  <c:v>170.4225987</c:v>
                </c:pt>
                <c:pt idx="217">
                  <c:v>172.76229382</c:v>
                </c:pt>
                <c:pt idx="218">
                  <c:v>170.58504358</c:v>
                </c:pt>
                <c:pt idx="219">
                  <c:v>167.3912431</c:v>
                </c:pt>
                <c:pt idx="220">
                  <c:v>167.17643424</c:v>
                </c:pt>
                <c:pt idx="221">
                  <c:v>169.24599922</c:v>
                </c:pt>
                <c:pt idx="222">
                  <c:v>167.78017224</c:v>
                </c:pt>
                <c:pt idx="223">
                  <c:v>168.36103221</c:v>
                </c:pt>
                <c:pt idx="224">
                  <c:v>165.53606417</c:v>
                </c:pt>
                <c:pt idx="225">
                  <c:v>165.41128215</c:v>
                </c:pt>
                <c:pt idx="226">
                  <c:v>167.59188275</c:v>
                </c:pt>
                <c:pt idx="227">
                  <c:v>168.50682827</c:v>
                </c:pt>
                <c:pt idx="228">
                  <c:v>164.56631671</c:v>
                </c:pt>
                <c:pt idx="229">
                  <c:v>164.95426773</c:v>
                </c:pt>
                <c:pt idx="230">
                  <c:v>166.61952957</c:v>
                </c:pt>
                <c:pt idx="231">
                  <c:v>165.6256235</c:v>
                </c:pt>
                <c:pt idx="232">
                  <c:v>164.63493854</c:v>
                </c:pt>
                <c:pt idx="233">
                  <c:v>164.84783038</c:v>
                </c:pt>
                <c:pt idx="234">
                  <c:v>164.73597457</c:v>
                </c:pt>
                <c:pt idx="235">
                  <c:v>164.59249657</c:v>
                </c:pt>
                <c:pt idx="236">
                  <c:v>164.27927157</c:v>
                </c:pt>
                <c:pt idx="237">
                  <c:v>164.20836051</c:v>
                </c:pt>
                <c:pt idx="238">
                  <c:v>163.65516916</c:v>
                </c:pt>
                <c:pt idx="239">
                  <c:v>163.78227801</c:v>
                </c:pt>
                <c:pt idx="240">
                  <c:v>163.11623473</c:v>
                </c:pt>
                <c:pt idx="241">
                  <c:v>162.5424513</c:v>
                </c:pt>
                <c:pt idx="242">
                  <c:v>162.78814262</c:v>
                </c:pt>
                <c:pt idx="243">
                  <c:v>162.62435871</c:v>
                </c:pt>
                <c:pt idx="244">
                  <c:v>162.48482171</c:v>
                </c:pt>
                <c:pt idx="245">
                  <c:v>162.70743917</c:v>
                </c:pt>
                <c:pt idx="246">
                  <c:v>162.91716085</c:v>
                </c:pt>
                <c:pt idx="247">
                  <c:v>163.05524893</c:v>
                </c:pt>
                <c:pt idx="248">
                  <c:v>163.25828793</c:v>
                </c:pt>
                <c:pt idx="249">
                  <c:v>162.83597894</c:v>
                </c:pt>
                <c:pt idx="250">
                  <c:v>162.22982176</c:v>
                </c:pt>
                <c:pt idx="251">
                  <c:v>162.19355707</c:v>
                </c:pt>
                <c:pt idx="252">
                  <c:v>163.03513507</c:v>
                </c:pt>
                <c:pt idx="253">
                  <c:v>163.32155443</c:v>
                </c:pt>
                <c:pt idx="254">
                  <c:v>163.35580809</c:v>
                </c:pt>
                <c:pt idx="255">
                  <c:v>163.40827398</c:v>
                </c:pt>
                <c:pt idx="256">
                  <c:v>163.2849745</c:v>
                </c:pt>
                <c:pt idx="257">
                  <c:v>163.18590429</c:v>
                </c:pt>
                <c:pt idx="258">
                  <c:v>164.57283529</c:v>
                </c:pt>
                <c:pt idx="259">
                  <c:v>164.07131674</c:v>
                </c:pt>
                <c:pt idx="260">
                  <c:v>165.66211854</c:v>
                </c:pt>
                <c:pt idx="261">
                  <c:v>165.42428873</c:v>
                </c:pt>
                <c:pt idx="262">
                  <c:v>165.04921939</c:v>
                </c:pt>
                <c:pt idx="263">
                  <c:v>165.17470503</c:v>
                </c:pt>
                <c:pt idx="264">
                  <c:v>165.27700598</c:v>
                </c:pt>
                <c:pt idx="265">
                  <c:v>164.9893198</c:v>
                </c:pt>
                <c:pt idx="266">
                  <c:v>164.9846328</c:v>
                </c:pt>
                <c:pt idx="267">
                  <c:v>165.2611408</c:v>
                </c:pt>
                <c:pt idx="268">
                  <c:v>165.0909904</c:v>
                </c:pt>
                <c:pt idx="269">
                  <c:v>165.23854424</c:v>
                </c:pt>
                <c:pt idx="270">
                  <c:v>165.1032173</c:v>
                </c:pt>
                <c:pt idx="271">
                  <c:v>165.34894453</c:v>
                </c:pt>
                <c:pt idx="272">
                  <c:v>164.81468649</c:v>
                </c:pt>
                <c:pt idx="273">
                  <c:v>164.57420296</c:v>
                </c:pt>
                <c:pt idx="274">
                  <c:v>164.15946515</c:v>
                </c:pt>
                <c:pt idx="275">
                  <c:v>163.40502215</c:v>
                </c:pt>
                <c:pt idx="276">
                  <c:v>163.47395515</c:v>
                </c:pt>
                <c:pt idx="277">
                  <c:v>163.58535115</c:v>
                </c:pt>
                <c:pt idx="278">
                  <c:v>163.4327854</c:v>
                </c:pt>
                <c:pt idx="279">
                  <c:v>163.1885446</c:v>
                </c:pt>
                <c:pt idx="280">
                  <c:v>163.3383576</c:v>
                </c:pt>
                <c:pt idx="281">
                  <c:v>163.8146996</c:v>
                </c:pt>
                <c:pt idx="282">
                  <c:v>163.56315787</c:v>
                </c:pt>
                <c:pt idx="283">
                  <c:v>163.28023427</c:v>
                </c:pt>
                <c:pt idx="284">
                  <c:v>162.90144862</c:v>
                </c:pt>
                <c:pt idx="285">
                  <c:v>163.26822962</c:v>
                </c:pt>
                <c:pt idx="286">
                  <c:v>163.54292049</c:v>
                </c:pt>
                <c:pt idx="287">
                  <c:v>163.15815528</c:v>
                </c:pt>
                <c:pt idx="288">
                  <c:v>163.1862022</c:v>
                </c:pt>
                <c:pt idx="289">
                  <c:v>163.70624169</c:v>
                </c:pt>
                <c:pt idx="290">
                  <c:v>163.59199279</c:v>
                </c:pt>
                <c:pt idx="291">
                  <c:v>163.63036179</c:v>
                </c:pt>
                <c:pt idx="292">
                  <c:v>163.94237601</c:v>
                </c:pt>
                <c:pt idx="293">
                  <c:v>163.87271394</c:v>
                </c:pt>
                <c:pt idx="294">
                  <c:v>163.90251677</c:v>
                </c:pt>
                <c:pt idx="295">
                  <c:v>164.1349069</c:v>
                </c:pt>
                <c:pt idx="296">
                  <c:v>164.12738283</c:v>
                </c:pt>
                <c:pt idx="297">
                  <c:v>163.87686283</c:v>
                </c:pt>
                <c:pt idx="298">
                  <c:v>163.85534444</c:v>
                </c:pt>
                <c:pt idx="299">
                  <c:v>163.98114885</c:v>
                </c:pt>
                <c:pt idx="300">
                  <c:v>163.93094329</c:v>
                </c:pt>
                <c:pt idx="301">
                  <c:v>163.70045229</c:v>
                </c:pt>
                <c:pt idx="302">
                  <c:v>163.58415329</c:v>
                </c:pt>
                <c:pt idx="303">
                  <c:v>163.386427</c:v>
                </c:pt>
                <c:pt idx="304">
                  <c:v>163.48271782</c:v>
                </c:pt>
                <c:pt idx="305">
                  <c:v>164.38153106</c:v>
                </c:pt>
                <c:pt idx="306">
                  <c:v>164.07705286</c:v>
                </c:pt>
                <c:pt idx="307">
                  <c:v>164.50410886</c:v>
                </c:pt>
                <c:pt idx="308">
                  <c:v>164.66392775</c:v>
                </c:pt>
                <c:pt idx="309">
                  <c:v>165.04489656</c:v>
                </c:pt>
                <c:pt idx="310">
                  <c:v>164.53133554</c:v>
                </c:pt>
                <c:pt idx="311">
                  <c:v>164.58159223</c:v>
                </c:pt>
                <c:pt idx="312">
                  <c:v>164.42647942</c:v>
                </c:pt>
                <c:pt idx="313">
                  <c:v>164.40064713</c:v>
                </c:pt>
                <c:pt idx="314">
                  <c:v>164.41850137</c:v>
                </c:pt>
                <c:pt idx="315">
                  <c:v>164.27034468</c:v>
                </c:pt>
                <c:pt idx="316">
                  <c:v>164.2446353</c:v>
                </c:pt>
                <c:pt idx="317">
                  <c:v>164.57056252</c:v>
                </c:pt>
                <c:pt idx="318">
                  <c:v>165.1724379</c:v>
                </c:pt>
                <c:pt idx="319">
                  <c:v>164.95579972</c:v>
                </c:pt>
                <c:pt idx="320">
                  <c:v>164.79100428</c:v>
                </c:pt>
                <c:pt idx="321">
                  <c:v>164.5950228</c:v>
                </c:pt>
                <c:pt idx="322">
                  <c:v>164.5451668</c:v>
                </c:pt>
                <c:pt idx="323">
                  <c:v>164.4333658</c:v>
                </c:pt>
                <c:pt idx="324">
                  <c:v>164.11916649</c:v>
                </c:pt>
                <c:pt idx="325">
                  <c:v>164.25682749</c:v>
                </c:pt>
                <c:pt idx="326">
                  <c:v>164.32991955</c:v>
                </c:pt>
                <c:pt idx="327">
                  <c:v>164.21359452</c:v>
                </c:pt>
                <c:pt idx="328">
                  <c:v>164.27820052</c:v>
                </c:pt>
                <c:pt idx="329">
                  <c:v>164.5598394</c:v>
                </c:pt>
                <c:pt idx="330">
                  <c:v>164.52055695</c:v>
                </c:pt>
                <c:pt idx="331">
                  <c:v>164.33899495</c:v>
                </c:pt>
                <c:pt idx="332">
                  <c:v>164.43548195</c:v>
                </c:pt>
                <c:pt idx="333">
                  <c:v>164.31287895</c:v>
                </c:pt>
                <c:pt idx="334">
                  <c:v>164.42902134</c:v>
                </c:pt>
                <c:pt idx="335">
                  <c:v>164.48638031</c:v>
                </c:pt>
                <c:pt idx="336">
                  <c:v>164.32059307</c:v>
                </c:pt>
                <c:pt idx="337">
                  <c:v>164.18503075</c:v>
                </c:pt>
                <c:pt idx="338">
                  <c:v>163.71782946</c:v>
                </c:pt>
                <c:pt idx="339">
                  <c:v>163.32128471</c:v>
                </c:pt>
                <c:pt idx="340">
                  <c:v>163.36962485</c:v>
                </c:pt>
                <c:pt idx="341">
                  <c:v>163.53239377</c:v>
                </c:pt>
                <c:pt idx="342">
                  <c:v>163.63278276</c:v>
                </c:pt>
                <c:pt idx="343">
                  <c:v>163.09540096</c:v>
                </c:pt>
                <c:pt idx="344">
                  <c:v>163.56973692</c:v>
                </c:pt>
                <c:pt idx="345">
                  <c:v>163.70698864</c:v>
                </c:pt>
                <c:pt idx="346">
                  <c:v>163.75593671</c:v>
                </c:pt>
                <c:pt idx="347">
                  <c:v>163.56319032</c:v>
                </c:pt>
                <c:pt idx="348">
                  <c:v>163.48041222</c:v>
                </c:pt>
                <c:pt idx="349">
                  <c:v>163.1559744</c:v>
                </c:pt>
                <c:pt idx="350">
                  <c:v>163.18066535</c:v>
                </c:pt>
                <c:pt idx="351">
                  <c:v>162.43265035</c:v>
                </c:pt>
                <c:pt idx="352">
                  <c:v>162.06407335</c:v>
                </c:pt>
                <c:pt idx="353">
                  <c:v>161.01582535</c:v>
                </c:pt>
                <c:pt idx="354">
                  <c:v>161.42726166</c:v>
                </c:pt>
                <c:pt idx="355">
                  <c:v>161.91100318</c:v>
                </c:pt>
                <c:pt idx="356">
                  <c:v>161.37904577</c:v>
                </c:pt>
                <c:pt idx="357">
                  <c:v>161.36122697</c:v>
                </c:pt>
                <c:pt idx="358">
                  <c:v>161.67688427</c:v>
                </c:pt>
                <c:pt idx="359">
                  <c:v>161.60234075</c:v>
                </c:pt>
                <c:pt idx="360">
                  <c:v>161.82811763</c:v>
                </c:pt>
                <c:pt idx="361">
                  <c:v>161.82289365</c:v>
                </c:pt>
                <c:pt idx="362">
                  <c:v>161.23254476</c:v>
                </c:pt>
                <c:pt idx="363">
                  <c:v>161.22143982</c:v>
                </c:pt>
                <c:pt idx="364">
                  <c:v>162.21599631</c:v>
                </c:pt>
                <c:pt idx="365">
                  <c:v>161.78800289</c:v>
                </c:pt>
                <c:pt idx="366">
                  <c:v>162.85890152</c:v>
                </c:pt>
                <c:pt idx="367">
                  <c:v>161.98230251</c:v>
                </c:pt>
                <c:pt idx="368">
                  <c:v>162.81958278</c:v>
                </c:pt>
                <c:pt idx="369">
                  <c:v>162.55566493</c:v>
                </c:pt>
                <c:pt idx="370">
                  <c:v>163.30326434</c:v>
                </c:pt>
                <c:pt idx="371">
                  <c:v>167.94901789</c:v>
                </c:pt>
                <c:pt idx="372">
                  <c:v>169.58279365</c:v>
                </c:pt>
                <c:pt idx="373">
                  <c:v>166.64833712</c:v>
                </c:pt>
                <c:pt idx="374">
                  <c:v>167.76100667</c:v>
                </c:pt>
                <c:pt idx="375">
                  <c:v>163.75111302</c:v>
                </c:pt>
                <c:pt idx="376">
                  <c:v>159.11798616</c:v>
                </c:pt>
                <c:pt idx="377">
                  <c:v>157.63784984</c:v>
                </c:pt>
                <c:pt idx="378">
                  <c:v>154.9599811</c:v>
                </c:pt>
                <c:pt idx="379">
                  <c:v>156.23380263</c:v>
                </c:pt>
                <c:pt idx="380">
                  <c:v>157.05216935</c:v>
                </c:pt>
                <c:pt idx="381">
                  <c:v>155.93426642</c:v>
                </c:pt>
                <c:pt idx="382">
                  <c:v>156.76094808</c:v>
                </c:pt>
                <c:pt idx="383">
                  <c:v>157.43155015</c:v>
                </c:pt>
                <c:pt idx="384">
                  <c:v>157.10868732</c:v>
                </c:pt>
                <c:pt idx="385">
                  <c:v>157.02246877</c:v>
                </c:pt>
                <c:pt idx="386">
                  <c:v>157.28001634</c:v>
                </c:pt>
                <c:pt idx="387">
                  <c:v>156.58510894</c:v>
                </c:pt>
                <c:pt idx="388">
                  <c:v>156.27023121</c:v>
                </c:pt>
                <c:pt idx="389">
                  <c:v>156.0370176</c:v>
                </c:pt>
                <c:pt idx="390">
                  <c:v>156.4183203</c:v>
                </c:pt>
                <c:pt idx="391">
                  <c:v>156.01129763</c:v>
                </c:pt>
                <c:pt idx="392">
                  <c:v>155.40237082</c:v>
                </c:pt>
                <c:pt idx="393">
                  <c:v>155.30190582</c:v>
                </c:pt>
                <c:pt idx="394">
                  <c:v>155.02255292</c:v>
                </c:pt>
                <c:pt idx="395">
                  <c:v>154.39036243</c:v>
                </c:pt>
                <c:pt idx="396">
                  <c:v>153.67121449</c:v>
                </c:pt>
                <c:pt idx="397">
                  <c:v>154.16975828</c:v>
                </c:pt>
                <c:pt idx="398">
                  <c:v>153.94466273</c:v>
                </c:pt>
                <c:pt idx="399">
                  <c:v>154.29220688</c:v>
                </c:pt>
                <c:pt idx="400">
                  <c:v>154.60788976</c:v>
                </c:pt>
                <c:pt idx="401">
                  <c:v>154.27151671</c:v>
                </c:pt>
                <c:pt idx="402">
                  <c:v>153.89456818</c:v>
                </c:pt>
                <c:pt idx="403">
                  <c:v>154.51414918</c:v>
                </c:pt>
                <c:pt idx="404">
                  <c:v>155.15587008</c:v>
                </c:pt>
                <c:pt idx="405">
                  <c:v>155.05015035</c:v>
                </c:pt>
                <c:pt idx="406">
                  <c:v>154.48163731</c:v>
                </c:pt>
                <c:pt idx="407">
                  <c:v>153.26184952</c:v>
                </c:pt>
                <c:pt idx="408">
                  <c:v>153.58693962</c:v>
                </c:pt>
                <c:pt idx="409">
                  <c:v>153.88894225</c:v>
                </c:pt>
                <c:pt idx="410">
                  <c:v>153.80955864</c:v>
                </c:pt>
                <c:pt idx="411">
                  <c:v>153.70566274</c:v>
                </c:pt>
                <c:pt idx="412">
                  <c:v>153.25209942</c:v>
                </c:pt>
                <c:pt idx="413">
                  <c:v>153.48173635</c:v>
                </c:pt>
                <c:pt idx="414">
                  <c:v>153.53338612</c:v>
                </c:pt>
                <c:pt idx="415">
                  <c:v>152.51768267</c:v>
                </c:pt>
                <c:pt idx="416">
                  <c:v>152.38265613</c:v>
                </c:pt>
                <c:pt idx="417">
                  <c:v>151.78188322</c:v>
                </c:pt>
                <c:pt idx="418">
                  <c:v>151.18446664</c:v>
                </c:pt>
                <c:pt idx="419">
                  <c:v>151.21345403</c:v>
                </c:pt>
                <c:pt idx="420">
                  <c:v>151.56258007</c:v>
                </c:pt>
                <c:pt idx="421">
                  <c:v>151.52576554</c:v>
                </c:pt>
                <c:pt idx="422">
                  <c:v>151.99589354</c:v>
                </c:pt>
                <c:pt idx="423">
                  <c:v>151.60551818</c:v>
                </c:pt>
                <c:pt idx="424">
                  <c:v>151.46493142</c:v>
                </c:pt>
                <c:pt idx="425">
                  <c:v>151.02345142</c:v>
                </c:pt>
                <c:pt idx="426">
                  <c:v>150.99523842</c:v>
                </c:pt>
                <c:pt idx="427">
                  <c:v>150.97330542</c:v>
                </c:pt>
                <c:pt idx="428">
                  <c:v>150.40128291</c:v>
                </c:pt>
                <c:pt idx="429">
                  <c:v>150.80710228</c:v>
                </c:pt>
                <c:pt idx="430">
                  <c:v>150.56789684</c:v>
                </c:pt>
                <c:pt idx="431">
                  <c:v>150.58025584</c:v>
                </c:pt>
                <c:pt idx="432">
                  <c:v>150.35525084</c:v>
                </c:pt>
                <c:pt idx="433">
                  <c:v>149.95852939</c:v>
                </c:pt>
                <c:pt idx="434">
                  <c:v>150.31005571</c:v>
                </c:pt>
                <c:pt idx="435">
                  <c:v>150.10361153</c:v>
                </c:pt>
                <c:pt idx="436">
                  <c:v>150.12120853</c:v>
                </c:pt>
                <c:pt idx="437">
                  <c:v>149.97580253</c:v>
                </c:pt>
                <c:pt idx="438">
                  <c:v>150.11298401</c:v>
                </c:pt>
                <c:pt idx="439">
                  <c:v>150.20342129</c:v>
                </c:pt>
                <c:pt idx="440">
                  <c:v>150.37584094</c:v>
                </c:pt>
                <c:pt idx="441">
                  <c:v>150.23138667</c:v>
                </c:pt>
                <c:pt idx="442">
                  <c:v>150.56422867</c:v>
                </c:pt>
                <c:pt idx="443">
                  <c:v>150.59906066</c:v>
                </c:pt>
                <c:pt idx="444">
                  <c:v>150.78974043</c:v>
                </c:pt>
                <c:pt idx="445">
                  <c:v>151.08168307</c:v>
                </c:pt>
                <c:pt idx="446">
                  <c:v>151.16077202</c:v>
                </c:pt>
                <c:pt idx="447">
                  <c:v>151.32756076</c:v>
                </c:pt>
                <c:pt idx="448">
                  <c:v>151.26934713</c:v>
                </c:pt>
                <c:pt idx="449">
                  <c:v>150.88009031</c:v>
                </c:pt>
                <c:pt idx="450">
                  <c:v>151.05694698</c:v>
                </c:pt>
                <c:pt idx="451">
                  <c:v>150.51750381</c:v>
                </c:pt>
                <c:pt idx="452">
                  <c:v>149.68655322</c:v>
                </c:pt>
                <c:pt idx="453">
                  <c:v>150.94676225</c:v>
                </c:pt>
                <c:pt idx="454">
                  <c:v>152.63075364</c:v>
                </c:pt>
                <c:pt idx="455">
                  <c:v>149.18957115</c:v>
                </c:pt>
                <c:pt idx="456">
                  <c:v>148.71492583</c:v>
                </c:pt>
                <c:pt idx="457">
                  <c:v>148.87685415</c:v>
                </c:pt>
                <c:pt idx="458">
                  <c:v>148.80602448</c:v>
                </c:pt>
                <c:pt idx="459">
                  <c:v>148.92972008</c:v>
                </c:pt>
                <c:pt idx="460">
                  <c:v>151.48401642</c:v>
                </c:pt>
                <c:pt idx="461">
                  <c:v>153.11810237</c:v>
                </c:pt>
                <c:pt idx="462">
                  <c:v>152.2829412</c:v>
                </c:pt>
                <c:pt idx="463">
                  <c:v>153.42997849</c:v>
                </c:pt>
                <c:pt idx="464">
                  <c:v>155.73205129</c:v>
                </c:pt>
                <c:pt idx="465">
                  <c:v>158.88672412</c:v>
                </c:pt>
                <c:pt idx="466">
                  <c:v>156.80569168</c:v>
                </c:pt>
                <c:pt idx="467">
                  <c:v>156.87233606</c:v>
                </c:pt>
                <c:pt idx="468">
                  <c:v>157.64509314</c:v>
                </c:pt>
                <c:pt idx="469">
                  <c:v>157.3163079</c:v>
                </c:pt>
                <c:pt idx="470">
                  <c:v>156.0286696</c:v>
                </c:pt>
                <c:pt idx="471">
                  <c:v>153.39494935</c:v>
                </c:pt>
                <c:pt idx="472">
                  <c:v>152.56932357</c:v>
                </c:pt>
                <c:pt idx="473">
                  <c:v>152.56116157</c:v>
                </c:pt>
                <c:pt idx="474">
                  <c:v>152.63212457</c:v>
                </c:pt>
                <c:pt idx="475">
                  <c:v>152.69950407</c:v>
                </c:pt>
                <c:pt idx="476">
                  <c:v>152.67011578</c:v>
                </c:pt>
                <c:pt idx="477">
                  <c:v>152.82630478</c:v>
                </c:pt>
                <c:pt idx="478">
                  <c:v>154.34173252</c:v>
                </c:pt>
                <c:pt idx="479">
                  <c:v>154.22891308</c:v>
                </c:pt>
                <c:pt idx="480">
                  <c:v>153.71223759</c:v>
                </c:pt>
                <c:pt idx="481">
                  <c:v>152.63953277</c:v>
                </c:pt>
                <c:pt idx="482">
                  <c:v>149.62437428</c:v>
                </c:pt>
                <c:pt idx="483">
                  <c:v>149.32921222</c:v>
                </c:pt>
                <c:pt idx="484">
                  <c:v>149.22623822</c:v>
                </c:pt>
              </c:numCache>
            </c:numRef>
          </c:yVal>
        </c:ser>
        <c:ser>
          <c:idx val="1"/>
          <c:order val="1"/>
          <c:tx>
            <c:v>期初等权持有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Ref>
              <c:f>'Chart Data'!$C$2:$C$486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Data'!$D$2:$D$486</c:f>
              <c:numCache>
                <c:formatCode>0</c:formatCode>
                <c:ptCount val="485"/>
                <c:pt idx="0">
                  <c:v>100</c:v>
                </c:pt>
                <c:pt idx="1">
                  <c:v>93.87370864</c:v>
                </c:pt>
                <c:pt idx="2">
                  <c:v>91.06552164</c:v>
                </c:pt>
                <c:pt idx="3">
                  <c:v>83.90790664</c:v>
                </c:pt>
                <c:pt idx="4">
                  <c:v>90.62615464</c:v>
                </c:pt>
                <c:pt idx="5">
                  <c:v>89.36091764</c:v>
                </c:pt>
                <c:pt idx="6">
                  <c:v>91.12102464</c:v>
                </c:pt>
                <c:pt idx="7">
                  <c:v>96.64119764</c:v>
                </c:pt>
                <c:pt idx="8">
                  <c:v>107.91018664</c:v>
                </c:pt>
                <c:pt idx="9">
                  <c:v>128.46006664</c:v>
                </c:pt>
                <c:pt idx="10">
                  <c:v>118.88665064</c:v>
                </c:pt>
                <c:pt idx="11">
                  <c:v>124.74730364</c:v>
                </c:pt>
                <c:pt idx="12">
                  <c:v>131.83659364</c:v>
                </c:pt>
                <c:pt idx="13">
                  <c:v>130.88338464</c:v>
                </c:pt>
                <c:pt idx="14">
                  <c:v>135.73172464</c:v>
                </c:pt>
                <c:pt idx="15">
                  <c:v>141.97521864</c:v>
                </c:pt>
                <c:pt idx="16">
                  <c:v>141.28340464</c:v>
                </c:pt>
                <c:pt idx="17">
                  <c:v>138.57308564</c:v>
                </c:pt>
                <c:pt idx="18">
                  <c:v>122.23622864</c:v>
                </c:pt>
                <c:pt idx="19">
                  <c:v>130.94362864</c:v>
                </c:pt>
                <c:pt idx="20">
                  <c:v>144.03199564</c:v>
                </c:pt>
                <c:pt idx="21">
                  <c:v>150.08199964</c:v>
                </c:pt>
                <c:pt idx="22">
                  <c:v>156.68964164</c:v>
                </c:pt>
                <c:pt idx="23">
                  <c:v>156.99650364</c:v>
                </c:pt>
                <c:pt idx="24">
                  <c:v>156.40192664</c:v>
                </c:pt>
                <c:pt idx="25">
                  <c:v>152.05307964</c:v>
                </c:pt>
                <c:pt idx="26">
                  <c:v>155.69570864</c:v>
                </c:pt>
                <c:pt idx="27">
                  <c:v>151.02397664</c:v>
                </c:pt>
                <c:pt idx="28">
                  <c:v>155.10995364</c:v>
                </c:pt>
                <c:pt idx="29">
                  <c:v>148.39637464</c:v>
                </c:pt>
                <c:pt idx="30">
                  <c:v>148.27251064</c:v>
                </c:pt>
                <c:pt idx="31">
                  <c:v>153.80958364</c:v>
                </c:pt>
                <c:pt idx="32">
                  <c:v>156.56378264</c:v>
                </c:pt>
                <c:pt idx="33">
                  <c:v>148.78691964</c:v>
                </c:pt>
                <c:pt idx="34">
                  <c:v>151.13199164</c:v>
                </c:pt>
                <c:pt idx="35">
                  <c:v>143.47089064</c:v>
                </c:pt>
                <c:pt idx="36">
                  <c:v>147.25174764</c:v>
                </c:pt>
                <c:pt idx="37">
                  <c:v>148.62414964</c:v>
                </c:pt>
                <c:pt idx="38">
                  <c:v>152.58856731</c:v>
                </c:pt>
                <c:pt idx="39">
                  <c:v>157.47218131</c:v>
                </c:pt>
                <c:pt idx="40">
                  <c:v>158.70315631</c:v>
                </c:pt>
                <c:pt idx="41">
                  <c:v>153.78305331</c:v>
                </c:pt>
                <c:pt idx="42">
                  <c:v>155.13063231</c:v>
                </c:pt>
                <c:pt idx="43">
                  <c:v>152.13637231</c:v>
                </c:pt>
                <c:pt idx="44">
                  <c:v>141.44677231</c:v>
                </c:pt>
                <c:pt idx="45">
                  <c:v>144.48390531</c:v>
                </c:pt>
                <c:pt idx="46">
                  <c:v>141.25144631</c:v>
                </c:pt>
                <c:pt idx="47">
                  <c:v>141.23183931</c:v>
                </c:pt>
                <c:pt idx="48">
                  <c:v>140.43659931</c:v>
                </c:pt>
                <c:pt idx="49">
                  <c:v>135.36379131</c:v>
                </c:pt>
                <c:pt idx="50">
                  <c:v>130.52591231</c:v>
                </c:pt>
                <c:pt idx="51">
                  <c:v>128.23923431</c:v>
                </c:pt>
                <c:pt idx="52">
                  <c:v>132.31499231</c:v>
                </c:pt>
                <c:pt idx="53">
                  <c:v>132.60017831</c:v>
                </c:pt>
                <c:pt idx="54">
                  <c:v>127.45612431</c:v>
                </c:pt>
                <c:pt idx="55">
                  <c:v>129.28671531</c:v>
                </c:pt>
                <c:pt idx="56">
                  <c:v>123.08553231</c:v>
                </c:pt>
                <c:pt idx="57">
                  <c:v>123.31750731</c:v>
                </c:pt>
                <c:pt idx="58">
                  <c:v>121.93653331</c:v>
                </c:pt>
                <c:pt idx="59">
                  <c:v>116.18856631</c:v>
                </c:pt>
                <c:pt idx="60">
                  <c:v>115.19167631</c:v>
                </c:pt>
                <c:pt idx="61">
                  <c:v>113.89210131</c:v>
                </c:pt>
                <c:pt idx="62">
                  <c:v>113.49628931</c:v>
                </c:pt>
                <c:pt idx="63">
                  <c:v>111.14601831</c:v>
                </c:pt>
                <c:pt idx="64">
                  <c:v>114.43086331</c:v>
                </c:pt>
                <c:pt idx="65">
                  <c:v>115.96024731</c:v>
                </c:pt>
                <c:pt idx="66">
                  <c:v>118.42321131</c:v>
                </c:pt>
                <c:pt idx="67">
                  <c:v>112.82739031</c:v>
                </c:pt>
                <c:pt idx="68">
                  <c:v>110.42175431</c:v>
                </c:pt>
                <c:pt idx="69">
                  <c:v>124.09599631</c:v>
                </c:pt>
                <c:pt idx="70">
                  <c:v>123.30105831</c:v>
                </c:pt>
                <c:pt idx="71">
                  <c:v>125.28848331</c:v>
                </c:pt>
                <c:pt idx="72">
                  <c:v>124.01872631</c:v>
                </c:pt>
                <c:pt idx="73">
                  <c:v>124.19320131</c:v>
                </c:pt>
                <c:pt idx="74">
                  <c:v>124.15920331</c:v>
                </c:pt>
                <c:pt idx="75">
                  <c:v>119.45494731</c:v>
                </c:pt>
                <c:pt idx="76">
                  <c:v>119.21337231</c:v>
                </c:pt>
                <c:pt idx="77">
                  <c:v>120.99110331</c:v>
                </c:pt>
                <c:pt idx="78">
                  <c:v>116.95431731</c:v>
                </c:pt>
                <c:pt idx="79">
                  <c:v>119.97398531</c:v>
                </c:pt>
                <c:pt idx="80">
                  <c:v>128.57239331</c:v>
                </c:pt>
                <c:pt idx="81">
                  <c:v>136.08820131</c:v>
                </c:pt>
                <c:pt idx="82">
                  <c:v>145.12488431</c:v>
                </c:pt>
                <c:pt idx="83">
                  <c:v>149.52791331</c:v>
                </c:pt>
                <c:pt idx="84">
                  <c:v>151.71219631</c:v>
                </c:pt>
                <c:pt idx="85">
                  <c:v>147.85573031</c:v>
                </c:pt>
                <c:pt idx="86">
                  <c:v>149.50307231</c:v>
                </c:pt>
                <c:pt idx="87">
                  <c:v>151.73915931</c:v>
                </c:pt>
                <c:pt idx="88">
                  <c:v>146.06284031</c:v>
                </c:pt>
                <c:pt idx="89">
                  <c:v>153.86246431</c:v>
                </c:pt>
                <c:pt idx="90">
                  <c:v>156.67320631</c:v>
                </c:pt>
                <c:pt idx="91">
                  <c:v>161.75562331</c:v>
                </c:pt>
                <c:pt idx="92">
                  <c:v>158.13941131</c:v>
                </c:pt>
                <c:pt idx="93">
                  <c:v>156.91481731</c:v>
                </c:pt>
                <c:pt idx="94">
                  <c:v>161.33146631</c:v>
                </c:pt>
                <c:pt idx="95">
                  <c:v>165.00928431</c:v>
                </c:pt>
                <c:pt idx="96">
                  <c:v>155.74050231</c:v>
                </c:pt>
                <c:pt idx="97">
                  <c:v>161.58907531</c:v>
                </c:pt>
                <c:pt idx="98">
                  <c:v>168.62147131</c:v>
                </c:pt>
                <c:pt idx="99">
                  <c:v>172.72482331</c:v>
                </c:pt>
                <c:pt idx="100">
                  <c:v>172.21539831</c:v>
                </c:pt>
                <c:pt idx="101">
                  <c:v>170.95989731</c:v>
                </c:pt>
                <c:pt idx="102">
                  <c:v>173.33013631</c:v>
                </c:pt>
                <c:pt idx="103">
                  <c:v>172.84984831</c:v>
                </c:pt>
                <c:pt idx="104">
                  <c:v>172.79940331</c:v>
                </c:pt>
                <c:pt idx="105">
                  <c:v>169.64373631</c:v>
                </c:pt>
                <c:pt idx="106">
                  <c:v>176.92419631</c:v>
                </c:pt>
                <c:pt idx="107">
                  <c:v>179.20644631</c:v>
                </c:pt>
                <c:pt idx="108">
                  <c:v>178.79137931</c:v>
                </c:pt>
                <c:pt idx="109">
                  <c:v>170.36758231</c:v>
                </c:pt>
                <c:pt idx="110">
                  <c:v>163.14079431</c:v>
                </c:pt>
                <c:pt idx="111">
                  <c:v>154.37215431</c:v>
                </c:pt>
                <c:pt idx="112">
                  <c:v>156.43132031</c:v>
                </c:pt>
                <c:pt idx="113">
                  <c:v>158.84669331</c:v>
                </c:pt>
                <c:pt idx="114">
                  <c:v>157.24067431</c:v>
                </c:pt>
                <c:pt idx="115">
                  <c:v>156.05074731</c:v>
                </c:pt>
                <c:pt idx="116">
                  <c:v>152.18819031</c:v>
                </c:pt>
                <c:pt idx="117">
                  <c:v>148.50848831</c:v>
                </c:pt>
                <c:pt idx="118">
                  <c:v>148.27653931</c:v>
                </c:pt>
                <c:pt idx="119">
                  <c:v>148.19844931</c:v>
                </c:pt>
                <c:pt idx="120">
                  <c:v>148.21053831</c:v>
                </c:pt>
                <c:pt idx="121">
                  <c:v>117.97432531</c:v>
                </c:pt>
                <c:pt idx="122">
                  <c:v>125.98340231</c:v>
                </c:pt>
                <c:pt idx="123">
                  <c:v>140.52305531</c:v>
                </c:pt>
                <c:pt idx="124">
                  <c:v>147.37485131</c:v>
                </c:pt>
                <c:pt idx="125">
                  <c:v>149.74576531</c:v>
                </c:pt>
                <c:pt idx="126">
                  <c:v>152.13978531</c:v>
                </c:pt>
                <c:pt idx="127">
                  <c:v>151.62434431</c:v>
                </c:pt>
                <c:pt idx="128">
                  <c:v>148.74197031</c:v>
                </c:pt>
                <c:pt idx="129">
                  <c:v>149.93186531</c:v>
                </c:pt>
                <c:pt idx="130">
                  <c:v>152.77937331</c:v>
                </c:pt>
                <c:pt idx="131">
                  <c:v>156.49240431</c:v>
                </c:pt>
                <c:pt idx="132">
                  <c:v>153.91486931</c:v>
                </c:pt>
                <c:pt idx="133">
                  <c:v>156.25189931</c:v>
                </c:pt>
                <c:pt idx="134">
                  <c:v>149.88503531</c:v>
                </c:pt>
                <c:pt idx="135">
                  <c:v>149.08465031</c:v>
                </c:pt>
                <c:pt idx="136">
                  <c:v>143.67168231</c:v>
                </c:pt>
                <c:pt idx="137">
                  <c:v>144.63466131</c:v>
                </c:pt>
                <c:pt idx="138">
                  <c:v>149.99846331</c:v>
                </c:pt>
                <c:pt idx="139">
                  <c:v>156.94762431</c:v>
                </c:pt>
                <c:pt idx="140">
                  <c:v>157.97142031</c:v>
                </c:pt>
                <c:pt idx="141">
                  <c:v>159.50153531</c:v>
                </c:pt>
                <c:pt idx="142">
                  <c:v>158.55806331</c:v>
                </c:pt>
                <c:pt idx="143">
                  <c:v>164.46738731</c:v>
                </c:pt>
                <c:pt idx="144">
                  <c:v>160.88257131</c:v>
                </c:pt>
                <c:pt idx="145">
                  <c:v>163.90233431</c:v>
                </c:pt>
                <c:pt idx="146">
                  <c:v>161.78622131</c:v>
                </c:pt>
                <c:pt idx="147">
                  <c:v>162.62654731</c:v>
                </c:pt>
                <c:pt idx="148">
                  <c:v>164.29064431</c:v>
                </c:pt>
                <c:pt idx="149">
                  <c:v>167.47406731</c:v>
                </c:pt>
                <c:pt idx="150">
                  <c:v>165.31322551</c:v>
                </c:pt>
                <c:pt idx="151">
                  <c:v>157.21649551</c:v>
                </c:pt>
                <c:pt idx="152">
                  <c:v>153.89828051</c:v>
                </c:pt>
                <c:pt idx="153">
                  <c:v>158.02688151</c:v>
                </c:pt>
                <c:pt idx="154">
                  <c:v>157.17724331</c:v>
                </c:pt>
                <c:pt idx="155">
                  <c:v>155.04542735</c:v>
                </c:pt>
                <c:pt idx="156">
                  <c:v>161.08415629</c:v>
                </c:pt>
                <c:pt idx="157">
                  <c:v>158.53376455</c:v>
                </c:pt>
                <c:pt idx="158">
                  <c:v>159.78827051</c:v>
                </c:pt>
                <c:pt idx="159">
                  <c:v>160.21817713</c:v>
                </c:pt>
                <c:pt idx="160">
                  <c:v>161.95807827</c:v>
                </c:pt>
                <c:pt idx="161">
                  <c:v>162.95399388</c:v>
                </c:pt>
                <c:pt idx="162">
                  <c:v>166.49806858</c:v>
                </c:pt>
                <c:pt idx="163">
                  <c:v>163.88193712</c:v>
                </c:pt>
                <c:pt idx="164">
                  <c:v>166.26167568</c:v>
                </c:pt>
                <c:pt idx="165">
                  <c:v>167.82391742</c:v>
                </c:pt>
                <c:pt idx="166">
                  <c:v>163.47903228</c:v>
                </c:pt>
                <c:pt idx="167">
                  <c:v>166.52657178</c:v>
                </c:pt>
                <c:pt idx="168">
                  <c:v>165.96671376</c:v>
                </c:pt>
                <c:pt idx="169">
                  <c:v>166.06385802</c:v>
                </c:pt>
                <c:pt idx="170">
                  <c:v>160.89082784</c:v>
                </c:pt>
                <c:pt idx="171">
                  <c:v>157.50070902</c:v>
                </c:pt>
                <c:pt idx="172">
                  <c:v>161.78523028</c:v>
                </c:pt>
                <c:pt idx="173">
                  <c:v>166.82681766</c:v>
                </c:pt>
                <c:pt idx="174">
                  <c:v>171.882139</c:v>
                </c:pt>
                <c:pt idx="175">
                  <c:v>170.60883558</c:v>
                </c:pt>
                <c:pt idx="176">
                  <c:v>170.51535376</c:v>
                </c:pt>
                <c:pt idx="177">
                  <c:v>172.63943104</c:v>
                </c:pt>
                <c:pt idx="178">
                  <c:v>170.57853316</c:v>
                </c:pt>
                <c:pt idx="179">
                  <c:v>168.64850092</c:v>
                </c:pt>
                <c:pt idx="180">
                  <c:v>169.05124092</c:v>
                </c:pt>
                <c:pt idx="181">
                  <c:v>166.03915304</c:v>
                </c:pt>
                <c:pt idx="182">
                  <c:v>164.64054818</c:v>
                </c:pt>
                <c:pt idx="183">
                  <c:v>167.19869754</c:v>
                </c:pt>
                <c:pt idx="184">
                  <c:v>164.42323876</c:v>
                </c:pt>
                <c:pt idx="185">
                  <c:v>164.77329416</c:v>
                </c:pt>
                <c:pt idx="186">
                  <c:v>167.46817426</c:v>
                </c:pt>
                <c:pt idx="187">
                  <c:v>167.33156222</c:v>
                </c:pt>
                <c:pt idx="188">
                  <c:v>166.02334984</c:v>
                </c:pt>
                <c:pt idx="189">
                  <c:v>166.03999638</c:v>
                </c:pt>
                <c:pt idx="190">
                  <c:v>167.61069226</c:v>
                </c:pt>
                <c:pt idx="191">
                  <c:v>166.87502132</c:v>
                </c:pt>
                <c:pt idx="192">
                  <c:v>169.67154586</c:v>
                </c:pt>
                <c:pt idx="193">
                  <c:v>171.40782714</c:v>
                </c:pt>
                <c:pt idx="194">
                  <c:v>168.43117114</c:v>
                </c:pt>
                <c:pt idx="195">
                  <c:v>171.08552188</c:v>
                </c:pt>
                <c:pt idx="196">
                  <c:v>171.69874354</c:v>
                </c:pt>
                <c:pt idx="197">
                  <c:v>170.86124058</c:v>
                </c:pt>
                <c:pt idx="198">
                  <c:v>171.39690862</c:v>
                </c:pt>
                <c:pt idx="199">
                  <c:v>169.18313018</c:v>
                </c:pt>
                <c:pt idx="200">
                  <c:v>167.52173768</c:v>
                </c:pt>
                <c:pt idx="201">
                  <c:v>167.29438056</c:v>
                </c:pt>
                <c:pt idx="202">
                  <c:v>168.48571412</c:v>
                </c:pt>
                <c:pt idx="203">
                  <c:v>168.63769772</c:v>
                </c:pt>
                <c:pt idx="204">
                  <c:v>171.36837734</c:v>
                </c:pt>
                <c:pt idx="205">
                  <c:v>171.31961602</c:v>
                </c:pt>
                <c:pt idx="206">
                  <c:v>168.78754672</c:v>
                </c:pt>
                <c:pt idx="207">
                  <c:v>170.66460648</c:v>
                </c:pt>
                <c:pt idx="208">
                  <c:v>170.29899248</c:v>
                </c:pt>
                <c:pt idx="209">
                  <c:v>170.81625514</c:v>
                </c:pt>
                <c:pt idx="210">
                  <c:v>166.82315258</c:v>
                </c:pt>
                <c:pt idx="211">
                  <c:v>172.72675038</c:v>
                </c:pt>
                <c:pt idx="212">
                  <c:v>182.3603318</c:v>
                </c:pt>
                <c:pt idx="213">
                  <c:v>183.63910804</c:v>
                </c:pt>
                <c:pt idx="214">
                  <c:v>184.35040274</c:v>
                </c:pt>
                <c:pt idx="215">
                  <c:v>182.22743946</c:v>
                </c:pt>
                <c:pt idx="216">
                  <c:v>182.86757898</c:v>
                </c:pt>
                <c:pt idx="217">
                  <c:v>183.12657996</c:v>
                </c:pt>
                <c:pt idx="218">
                  <c:v>182.18918904</c:v>
                </c:pt>
                <c:pt idx="219">
                  <c:v>178.06476956</c:v>
                </c:pt>
                <c:pt idx="220">
                  <c:v>179.05462242</c:v>
                </c:pt>
                <c:pt idx="221">
                  <c:v>180.32918964</c:v>
                </c:pt>
                <c:pt idx="222">
                  <c:v>180.99072716</c:v>
                </c:pt>
                <c:pt idx="223">
                  <c:v>183.54609156</c:v>
                </c:pt>
                <c:pt idx="224">
                  <c:v>179.03368042</c:v>
                </c:pt>
                <c:pt idx="225">
                  <c:v>180.74380882</c:v>
                </c:pt>
                <c:pt idx="226">
                  <c:v>187.628002</c:v>
                </c:pt>
                <c:pt idx="227">
                  <c:v>187.48220084</c:v>
                </c:pt>
                <c:pt idx="228">
                  <c:v>183.13611408</c:v>
                </c:pt>
                <c:pt idx="229">
                  <c:v>180.99797098</c:v>
                </c:pt>
                <c:pt idx="230">
                  <c:v>183.21111498</c:v>
                </c:pt>
                <c:pt idx="231">
                  <c:v>180.13017612</c:v>
                </c:pt>
                <c:pt idx="232">
                  <c:v>181.33349218</c:v>
                </c:pt>
                <c:pt idx="233">
                  <c:v>182.48370604</c:v>
                </c:pt>
                <c:pt idx="234">
                  <c:v>182.96187816</c:v>
                </c:pt>
                <c:pt idx="235">
                  <c:v>181.53398178</c:v>
                </c:pt>
                <c:pt idx="236">
                  <c:v>178.22186276</c:v>
                </c:pt>
                <c:pt idx="237">
                  <c:v>176.99359672</c:v>
                </c:pt>
                <c:pt idx="238">
                  <c:v>171.42164548</c:v>
                </c:pt>
                <c:pt idx="239">
                  <c:v>174.19074942</c:v>
                </c:pt>
                <c:pt idx="240">
                  <c:v>171.61783646</c:v>
                </c:pt>
                <c:pt idx="241">
                  <c:v>168.29813236</c:v>
                </c:pt>
                <c:pt idx="242">
                  <c:v>169.7547181</c:v>
                </c:pt>
                <c:pt idx="243">
                  <c:v>168.20271052</c:v>
                </c:pt>
                <c:pt idx="244">
                  <c:v>167.03170432</c:v>
                </c:pt>
                <c:pt idx="245">
                  <c:v>166.75969462</c:v>
                </c:pt>
                <c:pt idx="246">
                  <c:v>164.9941947</c:v>
                </c:pt>
                <c:pt idx="247">
                  <c:v>163.70640678</c:v>
                </c:pt>
                <c:pt idx="248">
                  <c:v>165.6807693</c:v>
                </c:pt>
                <c:pt idx="249">
                  <c:v>163.07198912</c:v>
                </c:pt>
                <c:pt idx="250">
                  <c:v>157.13637116</c:v>
                </c:pt>
                <c:pt idx="251">
                  <c:v>158.04701482</c:v>
                </c:pt>
                <c:pt idx="252">
                  <c:v>162.42416246</c:v>
                </c:pt>
                <c:pt idx="253">
                  <c:v>163.91948698</c:v>
                </c:pt>
                <c:pt idx="254">
                  <c:v>162.24335294</c:v>
                </c:pt>
                <c:pt idx="255">
                  <c:v>163.31458744</c:v>
                </c:pt>
                <c:pt idx="256">
                  <c:v>163.2905814</c:v>
                </c:pt>
                <c:pt idx="257">
                  <c:v>163.32633178</c:v>
                </c:pt>
                <c:pt idx="258">
                  <c:v>173.81654062</c:v>
                </c:pt>
                <c:pt idx="259">
                  <c:v>170.85210102</c:v>
                </c:pt>
                <c:pt idx="260">
                  <c:v>173.76273634</c:v>
                </c:pt>
                <c:pt idx="261">
                  <c:v>172.22565538</c:v>
                </c:pt>
                <c:pt idx="262">
                  <c:v>168.60773576</c:v>
                </c:pt>
                <c:pt idx="263">
                  <c:v>169.24612346</c:v>
                </c:pt>
                <c:pt idx="264">
                  <c:v>167.3428923</c:v>
                </c:pt>
                <c:pt idx="265">
                  <c:v>166.21441768</c:v>
                </c:pt>
                <c:pt idx="266">
                  <c:v>165.76607726</c:v>
                </c:pt>
                <c:pt idx="267">
                  <c:v>166.0991544</c:v>
                </c:pt>
                <c:pt idx="268">
                  <c:v>165.38472052</c:v>
                </c:pt>
                <c:pt idx="269">
                  <c:v>169.20580254</c:v>
                </c:pt>
                <c:pt idx="270">
                  <c:v>166.48090574</c:v>
                </c:pt>
                <c:pt idx="271">
                  <c:v>166.34054756</c:v>
                </c:pt>
                <c:pt idx="272">
                  <c:v>162.42740448</c:v>
                </c:pt>
                <c:pt idx="273">
                  <c:v>159.25523266</c:v>
                </c:pt>
                <c:pt idx="274">
                  <c:v>157.76154926</c:v>
                </c:pt>
                <c:pt idx="275">
                  <c:v>150.42402782</c:v>
                </c:pt>
                <c:pt idx="276">
                  <c:v>152.00015128</c:v>
                </c:pt>
                <c:pt idx="277">
                  <c:v>153.71007184</c:v>
                </c:pt>
                <c:pt idx="278">
                  <c:v>152.45826154</c:v>
                </c:pt>
                <c:pt idx="279">
                  <c:v>150.8862971</c:v>
                </c:pt>
                <c:pt idx="280">
                  <c:v>151.98201826</c:v>
                </c:pt>
                <c:pt idx="281">
                  <c:v>155.7372925</c:v>
                </c:pt>
                <c:pt idx="282">
                  <c:v>153.77221402</c:v>
                </c:pt>
                <c:pt idx="283">
                  <c:v>151.56476648</c:v>
                </c:pt>
                <c:pt idx="284">
                  <c:v>149.62543586</c:v>
                </c:pt>
                <c:pt idx="285">
                  <c:v>152.32236354</c:v>
                </c:pt>
                <c:pt idx="286">
                  <c:v>153.96919246</c:v>
                </c:pt>
                <c:pt idx="287">
                  <c:v>150.57742986</c:v>
                </c:pt>
                <c:pt idx="288">
                  <c:v>149.55594246</c:v>
                </c:pt>
                <c:pt idx="289">
                  <c:v>153.88625034</c:v>
                </c:pt>
                <c:pt idx="290">
                  <c:v>154.29452952</c:v>
                </c:pt>
                <c:pt idx="291">
                  <c:v>153.43685392</c:v>
                </c:pt>
                <c:pt idx="292">
                  <c:v>156.1607088</c:v>
                </c:pt>
                <c:pt idx="293">
                  <c:v>156.59339714</c:v>
                </c:pt>
                <c:pt idx="294">
                  <c:v>155.38989796</c:v>
                </c:pt>
                <c:pt idx="295">
                  <c:v>157.23930364</c:v>
                </c:pt>
                <c:pt idx="296">
                  <c:v>158.42099988</c:v>
                </c:pt>
                <c:pt idx="297">
                  <c:v>155.62565868</c:v>
                </c:pt>
                <c:pt idx="298">
                  <c:v>156.12569508</c:v>
                </c:pt>
                <c:pt idx="299">
                  <c:v>156.79053104</c:v>
                </c:pt>
                <c:pt idx="300">
                  <c:v>155.84864608</c:v>
                </c:pt>
                <c:pt idx="301">
                  <c:v>154.70259908</c:v>
                </c:pt>
                <c:pt idx="302">
                  <c:v>154.9217537</c:v>
                </c:pt>
                <c:pt idx="303">
                  <c:v>154.352205</c:v>
                </c:pt>
                <c:pt idx="304">
                  <c:v>156.54655248</c:v>
                </c:pt>
                <c:pt idx="305">
                  <c:v>161.15008728</c:v>
                </c:pt>
                <c:pt idx="306">
                  <c:v>160.55901376</c:v>
                </c:pt>
                <c:pt idx="307">
                  <c:v>162.47784218</c:v>
                </c:pt>
                <c:pt idx="308">
                  <c:v>164.23694796</c:v>
                </c:pt>
                <c:pt idx="309">
                  <c:v>175.37360922</c:v>
                </c:pt>
                <c:pt idx="310">
                  <c:v>171.95039832</c:v>
                </c:pt>
                <c:pt idx="311">
                  <c:v>176.84861832</c:v>
                </c:pt>
                <c:pt idx="312">
                  <c:v>171.51624772</c:v>
                </c:pt>
                <c:pt idx="313">
                  <c:v>169.48350112</c:v>
                </c:pt>
                <c:pt idx="314">
                  <c:v>169.03425806</c:v>
                </c:pt>
                <c:pt idx="315">
                  <c:v>167.09786398</c:v>
                </c:pt>
                <c:pt idx="316">
                  <c:v>166.58691072</c:v>
                </c:pt>
                <c:pt idx="317">
                  <c:v>168.11193562</c:v>
                </c:pt>
                <c:pt idx="318">
                  <c:v>172.8973774</c:v>
                </c:pt>
                <c:pt idx="319">
                  <c:v>168.75843548</c:v>
                </c:pt>
                <c:pt idx="320">
                  <c:v>168.05171358</c:v>
                </c:pt>
                <c:pt idx="321">
                  <c:v>165.96648066</c:v>
                </c:pt>
                <c:pt idx="322">
                  <c:v>164.50583166</c:v>
                </c:pt>
                <c:pt idx="323">
                  <c:v>163.30465748</c:v>
                </c:pt>
                <c:pt idx="324">
                  <c:v>160.23067976</c:v>
                </c:pt>
                <c:pt idx="325">
                  <c:v>163.97568568</c:v>
                </c:pt>
                <c:pt idx="326">
                  <c:v>163.27123506</c:v>
                </c:pt>
                <c:pt idx="327">
                  <c:v>161.00146398</c:v>
                </c:pt>
                <c:pt idx="328">
                  <c:v>160.9455433</c:v>
                </c:pt>
                <c:pt idx="329">
                  <c:v>163.65577074</c:v>
                </c:pt>
                <c:pt idx="330">
                  <c:v>162.96632702</c:v>
                </c:pt>
                <c:pt idx="331">
                  <c:v>162.26987782</c:v>
                </c:pt>
                <c:pt idx="332">
                  <c:v>162.48519688</c:v>
                </c:pt>
                <c:pt idx="333">
                  <c:v>162.44907658</c:v>
                </c:pt>
                <c:pt idx="334">
                  <c:v>162.64484504</c:v>
                </c:pt>
                <c:pt idx="335">
                  <c:v>163.62950396</c:v>
                </c:pt>
                <c:pt idx="336">
                  <c:v>163.04862804</c:v>
                </c:pt>
                <c:pt idx="337">
                  <c:v>162.78607792</c:v>
                </c:pt>
                <c:pt idx="338">
                  <c:v>157.56866822</c:v>
                </c:pt>
                <c:pt idx="339">
                  <c:v>153.3972624</c:v>
                </c:pt>
                <c:pt idx="340">
                  <c:v>153.98248206</c:v>
                </c:pt>
                <c:pt idx="341">
                  <c:v>155.4440387</c:v>
                </c:pt>
                <c:pt idx="342">
                  <c:v>156.10830468</c:v>
                </c:pt>
                <c:pt idx="343">
                  <c:v>154.64427132</c:v>
                </c:pt>
                <c:pt idx="344">
                  <c:v>156.08033516</c:v>
                </c:pt>
                <c:pt idx="345">
                  <c:v>155.99067858</c:v>
                </c:pt>
                <c:pt idx="346">
                  <c:v>153.68411288</c:v>
                </c:pt>
                <c:pt idx="347">
                  <c:v>151.5026441</c:v>
                </c:pt>
                <c:pt idx="348">
                  <c:v>150.39681588</c:v>
                </c:pt>
                <c:pt idx="349">
                  <c:v>147.15363272</c:v>
                </c:pt>
                <c:pt idx="350">
                  <c:v>147.86023978</c:v>
                </c:pt>
                <c:pt idx="351">
                  <c:v>142.44917108</c:v>
                </c:pt>
                <c:pt idx="352">
                  <c:v>139.52353504</c:v>
                </c:pt>
                <c:pt idx="353">
                  <c:v>132.23785868</c:v>
                </c:pt>
                <c:pt idx="354">
                  <c:v>135.24455822</c:v>
                </c:pt>
                <c:pt idx="355">
                  <c:v>137.77347654</c:v>
                </c:pt>
                <c:pt idx="356">
                  <c:v>134.84285104</c:v>
                </c:pt>
                <c:pt idx="357">
                  <c:v>135.39307402</c:v>
                </c:pt>
                <c:pt idx="358">
                  <c:v>133.93142452</c:v>
                </c:pt>
                <c:pt idx="359">
                  <c:v>133.07084408</c:v>
                </c:pt>
                <c:pt idx="360">
                  <c:v>135.28575178</c:v>
                </c:pt>
                <c:pt idx="361">
                  <c:v>134.92738778</c:v>
                </c:pt>
                <c:pt idx="362">
                  <c:v>130.94197534</c:v>
                </c:pt>
                <c:pt idx="363">
                  <c:v>130.56281052</c:v>
                </c:pt>
                <c:pt idx="364">
                  <c:v>138.18748666</c:v>
                </c:pt>
                <c:pt idx="365">
                  <c:v>135.40504358</c:v>
                </c:pt>
                <c:pt idx="366">
                  <c:v>137.78470066</c:v>
                </c:pt>
                <c:pt idx="367">
                  <c:v>136.89089624</c:v>
                </c:pt>
                <c:pt idx="368">
                  <c:v>137.853762</c:v>
                </c:pt>
                <c:pt idx="369">
                  <c:v>137.5668171</c:v>
                </c:pt>
                <c:pt idx="370">
                  <c:v>139.49887556</c:v>
                </c:pt>
                <c:pt idx="371">
                  <c:v>146.3439267</c:v>
                </c:pt>
                <c:pt idx="372">
                  <c:v>147.98072534</c:v>
                </c:pt>
                <c:pt idx="373">
                  <c:v>145.02244218</c:v>
                </c:pt>
                <c:pt idx="374">
                  <c:v>147.46901012</c:v>
                </c:pt>
                <c:pt idx="375">
                  <c:v>142.73454446</c:v>
                </c:pt>
                <c:pt idx="376">
                  <c:v>140.86646052</c:v>
                </c:pt>
                <c:pt idx="377">
                  <c:v>139.38276578</c:v>
                </c:pt>
                <c:pt idx="378">
                  <c:v>135.5095816</c:v>
                </c:pt>
                <c:pt idx="379">
                  <c:v>136.90321918</c:v>
                </c:pt>
                <c:pt idx="380">
                  <c:v>137.31624054</c:v>
                </c:pt>
                <c:pt idx="381">
                  <c:v>140.57799494</c:v>
                </c:pt>
                <c:pt idx="382">
                  <c:v>144.5117726</c:v>
                </c:pt>
                <c:pt idx="383">
                  <c:v>147.45748914</c:v>
                </c:pt>
                <c:pt idx="384">
                  <c:v>147.03346402</c:v>
                </c:pt>
                <c:pt idx="385">
                  <c:v>146.8301277</c:v>
                </c:pt>
                <c:pt idx="386">
                  <c:v>148.75033062</c:v>
                </c:pt>
                <c:pt idx="387">
                  <c:v>143.03252554</c:v>
                </c:pt>
                <c:pt idx="388">
                  <c:v>143.02855732</c:v>
                </c:pt>
                <c:pt idx="389">
                  <c:v>141.17837226</c:v>
                </c:pt>
                <c:pt idx="390">
                  <c:v>143.0907313</c:v>
                </c:pt>
                <c:pt idx="391">
                  <c:v>140.03205166</c:v>
                </c:pt>
                <c:pt idx="392">
                  <c:v>137.32908452</c:v>
                </c:pt>
                <c:pt idx="393">
                  <c:v>137.21152996</c:v>
                </c:pt>
                <c:pt idx="394">
                  <c:v>136.08664726</c:v>
                </c:pt>
                <c:pt idx="395">
                  <c:v>132.77268958</c:v>
                </c:pt>
                <c:pt idx="396">
                  <c:v>127.78504402</c:v>
                </c:pt>
                <c:pt idx="397">
                  <c:v>130.18219698</c:v>
                </c:pt>
                <c:pt idx="398">
                  <c:v>127.04768978</c:v>
                </c:pt>
                <c:pt idx="399">
                  <c:v>130.66978024</c:v>
                </c:pt>
                <c:pt idx="400">
                  <c:v>132.6382031</c:v>
                </c:pt>
                <c:pt idx="401">
                  <c:v>131.52657004</c:v>
                </c:pt>
                <c:pt idx="402">
                  <c:v>128.59841562</c:v>
                </c:pt>
                <c:pt idx="403">
                  <c:v>134.73309288</c:v>
                </c:pt>
                <c:pt idx="404">
                  <c:v>137.27219594</c:v>
                </c:pt>
                <c:pt idx="405">
                  <c:v>139.19506218</c:v>
                </c:pt>
                <c:pt idx="406">
                  <c:v>133.77215158</c:v>
                </c:pt>
                <c:pt idx="407">
                  <c:v>127.443231</c:v>
                </c:pt>
                <c:pt idx="408">
                  <c:v>127.13881364</c:v>
                </c:pt>
                <c:pt idx="409">
                  <c:v>130.15372672</c:v>
                </c:pt>
                <c:pt idx="410">
                  <c:v>130.87200968</c:v>
                </c:pt>
                <c:pt idx="411">
                  <c:v>131.4047168</c:v>
                </c:pt>
                <c:pt idx="412">
                  <c:v>128.80184562</c:v>
                </c:pt>
                <c:pt idx="413">
                  <c:v>131.2666596</c:v>
                </c:pt>
                <c:pt idx="414">
                  <c:v>133.0504089</c:v>
                </c:pt>
                <c:pt idx="415">
                  <c:v>132.64550506</c:v>
                </c:pt>
                <c:pt idx="416">
                  <c:v>130.37314334</c:v>
                </c:pt>
                <c:pt idx="417">
                  <c:v>128.09905164</c:v>
                </c:pt>
                <c:pt idx="418">
                  <c:v>124.32854692</c:v>
                </c:pt>
                <c:pt idx="419">
                  <c:v>126.53355321</c:v>
                </c:pt>
                <c:pt idx="420">
                  <c:v>130.66775901</c:v>
                </c:pt>
                <c:pt idx="421">
                  <c:v>129.75993751</c:v>
                </c:pt>
                <c:pt idx="422">
                  <c:v>132.62439805</c:v>
                </c:pt>
                <c:pt idx="423">
                  <c:v>129.31296453</c:v>
                </c:pt>
                <c:pt idx="424">
                  <c:v>127.74749601</c:v>
                </c:pt>
                <c:pt idx="425">
                  <c:v>125.60698131</c:v>
                </c:pt>
                <c:pt idx="426">
                  <c:v>125.78646147</c:v>
                </c:pt>
                <c:pt idx="427">
                  <c:v>125.47943616</c:v>
                </c:pt>
                <c:pt idx="428">
                  <c:v>118.32163604</c:v>
                </c:pt>
                <c:pt idx="429">
                  <c:v>120.74165182</c:v>
                </c:pt>
                <c:pt idx="430">
                  <c:v>119.60447604</c:v>
                </c:pt>
                <c:pt idx="431">
                  <c:v>119.47011696</c:v>
                </c:pt>
                <c:pt idx="432">
                  <c:v>116.12040496</c:v>
                </c:pt>
                <c:pt idx="433">
                  <c:v>112.48102722</c:v>
                </c:pt>
                <c:pt idx="434">
                  <c:v>116.83525058</c:v>
                </c:pt>
                <c:pt idx="435">
                  <c:v>115.83180888</c:v>
                </c:pt>
                <c:pt idx="436">
                  <c:v>115.3786075</c:v>
                </c:pt>
                <c:pt idx="437">
                  <c:v>109.9900917</c:v>
                </c:pt>
                <c:pt idx="438">
                  <c:v>112.98821882</c:v>
                </c:pt>
                <c:pt idx="439">
                  <c:v>112.45773334</c:v>
                </c:pt>
                <c:pt idx="440">
                  <c:v>113.53036172</c:v>
                </c:pt>
                <c:pt idx="441">
                  <c:v>111.3165583</c:v>
                </c:pt>
                <c:pt idx="442">
                  <c:v>115.98211096</c:v>
                </c:pt>
                <c:pt idx="443">
                  <c:v>115.2593798</c:v>
                </c:pt>
                <c:pt idx="444">
                  <c:v>118.43118546</c:v>
                </c:pt>
                <c:pt idx="445">
                  <c:v>121.83197644</c:v>
                </c:pt>
                <c:pt idx="446">
                  <c:v>122.58141478</c:v>
                </c:pt>
                <c:pt idx="447">
                  <c:v>122.47040856</c:v>
                </c:pt>
                <c:pt idx="448">
                  <c:v>121.85955678</c:v>
                </c:pt>
                <c:pt idx="449">
                  <c:v>120.6278836</c:v>
                </c:pt>
                <c:pt idx="450">
                  <c:v>121.77095522</c:v>
                </c:pt>
                <c:pt idx="451">
                  <c:v>120.94017238</c:v>
                </c:pt>
                <c:pt idx="452">
                  <c:v>119.950126</c:v>
                </c:pt>
                <c:pt idx="453">
                  <c:v>121.90149622</c:v>
                </c:pt>
                <c:pt idx="454">
                  <c:v>124.39064818</c:v>
                </c:pt>
                <c:pt idx="455">
                  <c:v>118.80943686</c:v>
                </c:pt>
                <c:pt idx="456">
                  <c:v>118.19907466</c:v>
                </c:pt>
                <c:pt idx="457">
                  <c:v>117.49328472</c:v>
                </c:pt>
                <c:pt idx="458">
                  <c:v>114.69656628</c:v>
                </c:pt>
                <c:pt idx="459">
                  <c:v>115.85566928</c:v>
                </c:pt>
                <c:pt idx="460">
                  <c:v>115.95882106</c:v>
                </c:pt>
                <c:pt idx="461">
                  <c:v>117.64750712</c:v>
                </c:pt>
                <c:pt idx="462">
                  <c:v>117.47565678</c:v>
                </c:pt>
                <c:pt idx="463">
                  <c:v>118.98392448</c:v>
                </c:pt>
                <c:pt idx="464">
                  <c:v>122.274761</c:v>
                </c:pt>
                <c:pt idx="465">
                  <c:v>125.06818116</c:v>
                </c:pt>
                <c:pt idx="466">
                  <c:v>122.99856874</c:v>
                </c:pt>
                <c:pt idx="467">
                  <c:v>122.76845096</c:v>
                </c:pt>
                <c:pt idx="468">
                  <c:v>123.09524334</c:v>
                </c:pt>
                <c:pt idx="469">
                  <c:v>122.49014912</c:v>
                </c:pt>
                <c:pt idx="470">
                  <c:v>120.29799742</c:v>
                </c:pt>
                <c:pt idx="471">
                  <c:v>116.90156098</c:v>
                </c:pt>
                <c:pt idx="472">
                  <c:v>113.55375512</c:v>
                </c:pt>
                <c:pt idx="473">
                  <c:v>113.35474238</c:v>
                </c:pt>
                <c:pt idx="474">
                  <c:v>112.69280056</c:v>
                </c:pt>
                <c:pt idx="475">
                  <c:v>114.46836754</c:v>
                </c:pt>
                <c:pt idx="476">
                  <c:v>113.63638862</c:v>
                </c:pt>
                <c:pt idx="477">
                  <c:v>115.62987576</c:v>
                </c:pt>
                <c:pt idx="478">
                  <c:v>118.74464246</c:v>
                </c:pt>
                <c:pt idx="479">
                  <c:v>118.62290308</c:v>
                </c:pt>
                <c:pt idx="480">
                  <c:v>119.01280272</c:v>
                </c:pt>
                <c:pt idx="481">
                  <c:v>117.0475539</c:v>
                </c:pt>
                <c:pt idx="482">
                  <c:v>114.31205132</c:v>
                </c:pt>
                <c:pt idx="483">
                  <c:v>114.1540501</c:v>
                </c:pt>
                <c:pt idx="484">
                  <c:v>114.59431164</c:v>
                </c:pt>
              </c:numCache>
            </c:numRef>
          </c:yVal>
        </c:ser>
        <c:ser>
          <c:idx val="2"/>
          <c:order val="2"/>
          <c:tx>
            <c:v>北证50价格</c:v>
          </c:tx>
          <c:spPr>
            <a:solidFill xmlns:a="http://schemas.openxmlformats.org/drawingml/2006/main">
              <a:srgbClr val="AAAAAA"/>
            </a:solidFill>
            <a:ln xmlns:a="http://schemas.openxmlformats.org/drawingml/2006/main" w="19050">
              <a:solidFill>
                <a:srgbClr val="AAAAAA"/>
              </a:solidFill>
              <a:prstDash val="dot"/>
            </a:ln>
          </c:spPr>
          <c:marker>
            <c:symbol val="none"/>
          </c:marker>
          <c:xVal>
            <c:numRef>
              <c:f>'Chart Data'!$E$2:$E$486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Data'!$F$2:$F$486</c:f>
              <c:numCache>
                <c:formatCode>0</c:formatCode>
                <c:ptCount val="485"/>
                <c:pt idx="0">
                  <c:v>100</c:v>
                </c:pt>
                <c:pt idx="1">
                  <c:v>87.88652895</c:v>
                </c:pt>
                <c:pt idx="2">
                  <c:v>87.61241044</c:v>
                </c:pt>
                <c:pt idx="3">
                  <c:v>80.22950939</c:v>
                </c:pt>
                <c:pt idx="4">
                  <c:v>85.53171345</c:v>
                </c:pt>
                <c:pt idx="5">
                  <c:v>84.19835584</c:v>
                </c:pt>
                <c:pt idx="6">
                  <c:v>85.31941043</c:v>
                </c:pt>
                <c:pt idx="7">
                  <c:v>89.1341278</c:v>
                </c:pt>
                <c:pt idx="8">
                  <c:v>98.31313784</c:v>
                </c:pt>
                <c:pt idx="9">
                  <c:v>114.28338629</c:v>
                </c:pt>
                <c:pt idx="10">
                  <c:v>105.59516765</c:v>
                </c:pt>
                <c:pt idx="11">
                  <c:v>110.07410577</c:v>
                </c:pt>
                <c:pt idx="12">
                  <c:v>114.54821882</c:v>
                </c:pt>
                <c:pt idx="13">
                  <c:v>114.6417159</c:v>
                </c:pt>
                <c:pt idx="14">
                  <c:v>115.67937875</c:v>
                </c:pt>
                <c:pt idx="15">
                  <c:v>119.93590852</c:v>
                </c:pt>
                <c:pt idx="16">
                  <c:v>117.28257604</c:v>
                </c:pt>
                <c:pt idx="17">
                  <c:v>115.31012445</c:v>
                </c:pt>
                <c:pt idx="18">
                  <c:v>104.23012846</c:v>
                </c:pt>
                <c:pt idx="19">
                  <c:v>110.77219304</c:v>
                </c:pt>
                <c:pt idx="20">
                  <c:v>119.76694009</c:v>
                </c:pt>
                <c:pt idx="21">
                  <c:v>124.06188833</c:v>
                </c:pt>
                <c:pt idx="22">
                  <c:v>128.26516027</c:v>
                </c:pt>
                <c:pt idx="23">
                  <c:v>126.66669701</c:v>
                </c:pt>
                <c:pt idx="24">
                  <c:v>127.66393853</c:v>
                </c:pt>
                <c:pt idx="25">
                  <c:v>125.13514744</c:v>
                </c:pt>
                <c:pt idx="26">
                  <c:v>126.15178027</c:v>
                </c:pt>
                <c:pt idx="27">
                  <c:v>123.31609661</c:v>
                </c:pt>
                <c:pt idx="28">
                  <c:v>122.38686125</c:v>
                </c:pt>
                <c:pt idx="29">
                  <c:v>117.93614523</c:v>
                </c:pt>
                <c:pt idx="30">
                  <c:v>118.98482379</c:v>
                </c:pt>
                <c:pt idx="31">
                  <c:v>122.64331819</c:v>
                </c:pt>
                <c:pt idx="32">
                  <c:v>124.38416649</c:v>
                </c:pt>
                <c:pt idx="33">
                  <c:v>117.96673434</c:v>
                </c:pt>
                <c:pt idx="34">
                  <c:v>117.36624091</c:v>
                </c:pt>
                <c:pt idx="35">
                  <c:v>112.76558361</c:v>
                </c:pt>
                <c:pt idx="36">
                  <c:v>113.40677148</c:v>
                </c:pt>
                <c:pt idx="37">
                  <c:v>113.29442932</c:v>
                </c:pt>
                <c:pt idx="38">
                  <c:v>116.75709877</c:v>
                </c:pt>
                <c:pt idx="39">
                  <c:v>120.31890972</c:v>
                </c:pt>
                <c:pt idx="40">
                  <c:v>120.44654643</c:v>
                </c:pt>
                <c:pt idx="41">
                  <c:v>117.79949564</c:v>
                </c:pt>
                <c:pt idx="42">
                  <c:v>118.90634815</c:v>
                </c:pt>
                <c:pt idx="43">
                  <c:v>117.75634314</c:v>
                </c:pt>
                <c:pt idx="44">
                  <c:v>112.6813725</c:v>
                </c:pt>
                <c:pt idx="45">
                  <c:v>115.32869641</c:v>
                </c:pt>
                <c:pt idx="46">
                  <c:v>113.69918884</c:v>
                </c:pt>
                <c:pt idx="47">
                  <c:v>112.20815163</c:v>
                </c:pt>
                <c:pt idx="48">
                  <c:v>111.00361425</c:v>
                </c:pt>
                <c:pt idx="49">
                  <c:v>107.18607467</c:v>
                </c:pt>
                <c:pt idx="50">
                  <c:v>103.73087042</c:v>
                </c:pt>
                <c:pt idx="51">
                  <c:v>103.11180503</c:v>
                </c:pt>
                <c:pt idx="52">
                  <c:v>106.48917091</c:v>
                </c:pt>
                <c:pt idx="53">
                  <c:v>106.6771665</c:v>
                </c:pt>
                <c:pt idx="54">
                  <c:v>103.8642426</c:v>
                </c:pt>
                <c:pt idx="55">
                  <c:v>104.67448995</c:v>
                </c:pt>
                <c:pt idx="56">
                  <c:v>100.70719117</c:v>
                </c:pt>
                <c:pt idx="57">
                  <c:v>100.85157907</c:v>
                </c:pt>
                <c:pt idx="58">
                  <c:v>99.61845543</c:v>
                </c:pt>
                <c:pt idx="59">
                  <c:v>95.24193622</c:v>
                </c:pt>
                <c:pt idx="60">
                  <c:v>94.48112306</c:v>
                </c:pt>
                <c:pt idx="61">
                  <c:v>92.84870224</c:v>
                </c:pt>
                <c:pt idx="62">
                  <c:v>92.69284342</c:v>
                </c:pt>
                <c:pt idx="63">
                  <c:v>91.37068361</c:v>
                </c:pt>
                <c:pt idx="64">
                  <c:v>93.26183735</c:v>
                </c:pt>
                <c:pt idx="65">
                  <c:v>94.44370602</c:v>
                </c:pt>
                <c:pt idx="66">
                  <c:v>95.91225658</c:v>
                </c:pt>
                <c:pt idx="67">
                  <c:v>93.24754422</c:v>
                </c:pt>
                <c:pt idx="68">
                  <c:v>91.05869286</c:v>
                </c:pt>
                <c:pt idx="69">
                  <c:v>100.86569012</c:v>
                </c:pt>
                <c:pt idx="70">
                  <c:v>100.58510784</c:v>
                </c:pt>
                <c:pt idx="71">
                  <c:v>102.63266662</c:v>
                </c:pt>
                <c:pt idx="72">
                  <c:v>102.23154866</c:v>
                </c:pt>
                <c:pt idx="73">
                  <c:v>102.47280209</c:v>
                </c:pt>
                <c:pt idx="74">
                  <c:v>101.9528782</c:v>
                </c:pt>
                <c:pt idx="75">
                  <c:v>97.79011862</c:v>
                </c:pt>
                <c:pt idx="76">
                  <c:v>97.66493996</c:v>
                </c:pt>
                <c:pt idx="77">
                  <c:v>98.2512313</c:v>
                </c:pt>
                <c:pt idx="78">
                  <c:v>96.32238741</c:v>
                </c:pt>
                <c:pt idx="79">
                  <c:v>97.44644629</c:v>
                </c:pt>
                <c:pt idx="80">
                  <c:v>102.81201351</c:v>
                </c:pt>
                <c:pt idx="81">
                  <c:v>107.90956183</c:v>
                </c:pt>
                <c:pt idx="82">
                  <c:v>111.5612283</c:v>
                </c:pt>
                <c:pt idx="83">
                  <c:v>113.8376592</c:v>
                </c:pt>
                <c:pt idx="84">
                  <c:v>115.17065266</c:v>
                </c:pt>
                <c:pt idx="85">
                  <c:v>113.14903999</c:v>
                </c:pt>
                <c:pt idx="86">
                  <c:v>112.05675373</c:v>
                </c:pt>
                <c:pt idx="87">
                  <c:v>114.02865909</c:v>
                </c:pt>
                <c:pt idx="88">
                  <c:v>111.44797575</c:v>
                </c:pt>
                <c:pt idx="89">
                  <c:v>117.42568939</c:v>
                </c:pt>
                <c:pt idx="90">
                  <c:v>119.1740029</c:v>
                </c:pt>
                <c:pt idx="91">
                  <c:v>122.47380352</c:v>
                </c:pt>
                <c:pt idx="92">
                  <c:v>122.63767377</c:v>
                </c:pt>
                <c:pt idx="93">
                  <c:v>120.92113289</c:v>
                </c:pt>
                <c:pt idx="94">
                  <c:v>123.16096611</c:v>
                </c:pt>
                <c:pt idx="95">
                  <c:v>124.36468414</c:v>
                </c:pt>
                <c:pt idx="96">
                  <c:v>118.9864625</c:v>
                </c:pt>
                <c:pt idx="97">
                  <c:v>121.69168723</c:v>
                </c:pt>
                <c:pt idx="98">
                  <c:v>125.63094599</c:v>
                </c:pt>
                <c:pt idx="99">
                  <c:v>129.17491329</c:v>
                </c:pt>
                <c:pt idx="100">
                  <c:v>127.28685487</c:v>
                </c:pt>
                <c:pt idx="101">
                  <c:v>126.66068844</c:v>
                </c:pt>
                <c:pt idx="102">
                  <c:v>129.05173748</c:v>
                </c:pt>
                <c:pt idx="103">
                  <c:v>129.15288184</c:v>
                </c:pt>
                <c:pt idx="104">
                  <c:v>128.35055488</c:v>
                </c:pt>
                <c:pt idx="105">
                  <c:v>124.40474131</c:v>
                </c:pt>
                <c:pt idx="106">
                  <c:v>128.34281657</c:v>
                </c:pt>
                <c:pt idx="107">
                  <c:v>130.72139326</c:v>
                </c:pt>
                <c:pt idx="108">
                  <c:v>131.2670812</c:v>
                </c:pt>
                <c:pt idx="109">
                  <c:v>127.53147674</c:v>
                </c:pt>
                <c:pt idx="110">
                  <c:v>124.04040312</c:v>
                </c:pt>
                <c:pt idx="111">
                  <c:v>118.8623763</c:v>
                </c:pt>
                <c:pt idx="112">
                  <c:v>119.98206531</c:v>
                </c:pt>
                <c:pt idx="113">
                  <c:v>122.21434229</c:v>
                </c:pt>
                <c:pt idx="114">
                  <c:v>122.0279854</c:v>
                </c:pt>
                <c:pt idx="115">
                  <c:v>121.18851452</c:v>
                </c:pt>
                <c:pt idx="116">
                  <c:v>118.94258168</c:v>
                </c:pt>
                <c:pt idx="117">
                  <c:v>115.72316852</c:v>
                </c:pt>
                <c:pt idx="118">
                  <c:v>116.2050381</c:v>
                </c:pt>
                <c:pt idx="119">
                  <c:v>116.80726127</c:v>
                </c:pt>
                <c:pt idx="120">
                  <c:v>115.84069991</c:v>
                </c:pt>
                <c:pt idx="121">
                  <c:v>95.05093634</c:v>
                </c:pt>
                <c:pt idx="122">
                  <c:v>99.63192921</c:v>
                </c:pt>
                <c:pt idx="123">
                  <c:v>109.8609834</c:v>
                </c:pt>
                <c:pt idx="124">
                  <c:v>115.19577943</c:v>
                </c:pt>
                <c:pt idx="125">
                  <c:v>116.90640277</c:v>
                </c:pt>
                <c:pt idx="126">
                  <c:v>119.31884599</c:v>
                </c:pt>
                <c:pt idx="127">
                  <c:v>118.90998971</c:v>
                </c:pt>
                <c:pt idx="128">
                  <c:v>117.57198911</c:v>
                </c:pt>
                <c:pt idx="129">
                  <c:v>118.63760094</c:v>
                </c:pt>
                <c:pt idx="130">
                  <c:v>120.9803993</c:v>
                </c:pt>
                <c:pt idx="131">
                  <c:v>124.16339685</c:v>
                </c:pt>
                <c:pt idx="132">
                  <c:v>123.36589496</c:v>
                </c:pt>
                <c:pt idx="133">
                  <c:v>123.95491747</c:v>
                </c:pt>
                <c:pt idx="134">
                  <c:v>119.69174185</c:v>
                </c:pt>
                <c:pt idx="135">
                  <c:v>118.36803438</c:v>
                </c:pt>
                <c:pt idx="136">
                  <c:v>116.25966152</c:v>
                </c:pt>
                <c:pt idx="137">
                  <c:v>117.69562011</c:v>
                </c:pt>
                <c:pt idx="138">
                  <c:v>121.18496399</c:v>
                </c:pt>
                <c:pt idx="139">
                  <c:v>125.0786122</c:v>
                </c:pt>
                <c:pt idx="140">
                  <c:v>124.50224411</c:v>
                </c:pt>
                <c:pt idx="141">
                  <c:v>125.71834345</c:v>
                </c:pt>
                <c:pt idx="142">
                  <c:v>125.57113334</c:v>
                </c:pt>
                <c:pt idx="143">
                  <c:v>129.1959433</c:v>
                </c:pt>
                <c:pt idx="144">
                  <c:v>127.98266617</c:v>
                </c:pt>
                <c:pt idx="145">
                  <c:v>129.35972251</c:v>
                </c:pt>
                <c:pt idx="146">
                  <c:v>128.8628315</c:v>
                </c:pt>
                <c:pt idx="147">
                  <c:v>129.49655417</c:v>
                </c:pt>
                <c:pt idx="148">
                  <c:v>132.56984969</c:v>
                </c:pt>
                <c:pt idx="149">
                  <c:v>134.19070856</c:v>
                </c:pt>
                <c:pt idx="150">
                  <c:v>134.72037362</c:v>
                </c:pt>
                <c:pt idx="151">
                  <c:v>126.43800697</c:v>
                </c:pt>
                <c:pt idx="152">
                  <c:v>124.72747467</c:v>
                </c:pt>
                <c:pt idx="153">
                  <c:v>127.1439236</c:v>
                </c:pt>
                <c:pt idx="154">
                  <c:v>127.23987874</c:v>
                </c:pt>
                <c:pt idx="155">
                  <c:v>125.47244704</c:v>
                </c:pt>
                <c:pt idx="156">
                  <c:v>128.89669801</c:v>
                </c:pt>
                <c:pt idx="157">
                  <c:v>128.24531377</c:v>
                </c:pt>
                <c:pt idx="158">
                  <c:v>129.56173812</c:v>
                </c:pt>
                <c:pt idx="159">
                  <c:v>130.98085449</c:v>
                </c:pt>
                <c:pt idx="160">
                  <c:v>130.60686616</c:v>
                </c:pt>
                <c:pt idx="161">
                  <c:v>129.9178828</c:v>
                </c:pt>
                <c:pt idx="162">
                  <c:v>131.32498202</c:v>
                </c:pt>
                <c:pt idx="163">
                  <c:v>129.99690467</c:v>
                </c:pt>
                <c:pt idx="164">
                  <c:v>129.99563013</c:v>
                </c:pt>
                <c:pt idx="165">
                  <c:v>129.67398924</c:v>
                </c:pt>
                <c:pt idx="166">
                  <c:v>125.88303306</c:v>
                </c:pt>
                <c:pt idx="167">
                  <c:v>128.19697204</c:v>
                </c:pt>
                <c:pt idx="168">
                  <c:v>127.68624309</c:v>
                </c:pt>
                <c:pt idx="169">
                  <c:v>126.85696858</c:v>
                </c:pt>
                <c:pt idx="170">
                  <c:v>124.33983049</c:v>
                </c:pt>
                <c:pt idx="171">
                  <c:v>122.67144925</c:v>
                </c:pt>
                <c:pt idx="172">
                  <c:v>124.55486467</c:v>
                </c:pt>
                <c:pt idx="173">
                  <c:v>129.09543621</c:v>
                </c:pt>
                <c:pt idx="174">
                  <c:v>130.8803474</c:v>
                </c:pt>
                <c:pt idx="175">
                  <c:v>129.69064938</c:v>
                </c:pt>
                <c:pt idx="176">
                  <c:v>131.06206131</c:v>
                </c:pt>
                <c:pt idx="177">
                  <c:v>131.7499522</c:v>
                </c:pt>
                <c:pt idx="178">
                  <c:v>132.65023716</c:v>
                </c:pt>
                <c:pt idx="179">
                  <c:v>131.01890881</c:v>
                </c:pt>
                <c:pt idx="180">
                  <c:v>131.29339148</c:v>
                </c:pt>
                <c:pt idx="181">
                  <c:v>128.82413991</c:v>
                </c:pt>
                <c:pt idx="182">
                  <c:v>127.62952578</c:v>
                </c:pt>
                <c:pt idx="183">
                  <c:v>129.36582213</c:v>
                </c:pt>
                <c:pt idx="184">
                  <c:v>128.39816829</c:v>
                </c:pt>
                <c:pt idx="185">
                  <c:v>128.19861074</c:v>
                </c:pt>
                <c:pt idx="186">
                  <c:v>129.34925302</c:v>
                </c:pt>
                <c:pt idx="187">
                  <c:v>130.05562485</c:v>
                </c:pt>
                <c:pt idx="188">
                  <c:v>128.55803283</c:v>
                </c:pt>
                <c:pt idx="189">
                  <c:v>128.9092614</c:v>
                </c:pt>
                <c:pt idx="190">
                  <c:v>130.01383793</c:v>
                </c:pt>
                <c:pt idx="191">
                  <c:v>129.14869405</c:v>
                </c:pt>
                <c:pt idx="192">
                  <c:v>132.21980463</c:v>
                </c:pt>
                <c:pt idx="193">
                  <c:v>132.81301494</c:v>
                </c:pt>
                <c:pt idx="194">
                  <c:v>130.70801052</c:v>
                </c:pt>
                <c:pt idx="195">
                  <c:v>132.14050964</c:v>
                </c:pt>
                <c:pt idx="196">
                  <c:v>132.8241217</c:v>
                </c:pt>
                <c:pt idx="197">
                  <c:v>132.49547081</c:v>
                </c:pt>
                <c:pt idx="198">
                  <c:v>133.40112706</c:v>
                </c:pt>
                <c:pt idx="199">
                  <c:v>131.06342689</c:v>
                </c:pt>
                <c:pt idx="200">
                  <c:v>129.53688446</c:v>
                </c:pt>
                <c:pt idx="201">
                  <c:v>129.24018827</c:v>
                </c:pt>
                <c:pt idx="202">
                  <c:v>130.48141438</c:v>
                </c:pt>
                <c:pt idx="203">
                  <c:v>130.80332839</c:v>
                </c:pt>
                <c:pt idx="204">
                  <c:v>132.8726455</c:v>
                </c:pt>
                <c:pt idx="205">
                  <c:v>132.86809355</c:v>
                </c:pt>
                <c:pt idx="206">
                  <c:v>131.25315223</c:v>
                </c:pt>
                <c:pt idx="207">
                  <c:v>132.80045155</c:v>
                </c:pt>
                <c:pt idx="208">
                  <c:v>131.97254263</c:v>
                </c:pt>
                <c:pt idx="209">
                  <c:v>133.0863141</c:v>
                </c:pt>
                <c:pt idx="210">
                  <c:v>130.4406289</c:v>
                </c:pt>
                <c:pt idx="211">
                  <c:v>134.40328469</c:v>
                </c:pt>
                <c:pt idx="212">
                  <c:v>143.53477236</c:v>
                </c:pt>
                <c:pt idx="213">
                  <c:v>145.3594676</c:v>
                </c:pt>
                <c:pt idx="214">
                  <c:v>147.04296132</c:v>
                </c:pt>
                <c:pt idx="215">
                  <c:v>144.69697659</c:v>
                </c:pt>
                <c:pt idx="216">
                  <c:v>145.68748122</c:v>
                </c:pt>
                <c:pt idx="217">
                  <c:v>146.02787615</c:v>
                </c:pt>
                <c:pt idx="218">
                  <c:v>144.9251204</c:v>
                </c:pt>
                <c:pt idx="219">
                  <c:v>141.15009605</c:v>
                </c:pt>
                <c:pt idx="220">
                  <c:v>141.51352385</c:v>
                </c:pt>
                <c:pt idx="221">
                  <c:v>143.31800843</c:v>
                </c:pt>
                <c:pt idx="222">
                  <c:v>142.80609597</c:v>
                </c:pt>
                <c:pt idx="223">
                  <c:v>143.37581821</c:v>
                </c:pt>
                <c:pt idx="224">
                  <c:v>141.24222754</c:v>
                </c:pt>
                <c:pt idx="225">
                  <c:v>140.10751709</c:v>
                </c:pt>
                <c:pt idx="226">
                  <c:v>147.31735295</c:v>
                </c:pt>
                <c:pt idx="227">
                  <c:v>149.9423723</c:v>
                </c:pt>
                <c:pt idx="228">
                  <c:v>146.79260399</c:v>
                </c:pt>
                <c:pt idx="229">
                  <c:v>146.55608459</c:v>
                </c:pt>
                <c:pt idx="230">
                  <c:v>148.88759411</c:v>
                </c:pt>
                <c:pt idx="231">
                  <c:v>145.74210464</c:v>
                </c:pt>
                <c:pt idx="232">
                  <c:v>146.29607713</c:v>
                </c:pt>
                <c:pt idx="233">
                  <c:v>147.2223082</c:v>
                </c:pt>
                <c:pt idx="234">
                  <c:v>146.33977586</c:v>
                </c:pt>
                <c:pt idx="235">
                  <c:v>144.85820671</c:v>
                </c:pt>
                <c:pt idx="236">
                  <c:v>143.6596779</c:v>
                </c:pt>
                <c:pt idx="237">
                  <c:v>144.67831359</c:v>
                </c:pt>
                <c:pt idx="238">
                  <c:v>140.87816247</c:v>
                </c:pt>
                <c:pt idx="239">
                  <c:v>143.74352485</c:v>
                </c:pt>
                <c:pt idx="240">
                  <c:v>141.76761378</c:v>
                </c:pt>
                <c:pt idx="241">
                  <c:v>139.19648954</c:v>
                </c:pt>
                <c:pt idx="242">
                  <c:v>140.15221726</c:v>
                </c:pt>
                <c:pt idx="243">
                  <c:v>139.16471691</c:v>
                </c:pt>
                <c:pt idx="244">
                  <c:v>138.90816893</c:v>
                </c:pt>
                <c:pt idx="245">
                  <c:v>137.18716714</c:v>
                </c:pt>
                <c:pt idx="246">
                  <c:v>135.41245232</c:v>
                </c:pt>
                <c:pt idx="247">
                  <c:v>135.11939769</c:v>
                </c:pt>
                <c:pt idx="248">
                  <c:v>137.31471282</c:v>
                </c:pt>
                <c:pt idx="249">
                  <c:v>135.53080306</c:v>
                </c:pt>
                <c:pt idx="250">
                  <c:v>130.44681955</c:v>
                </c:pt>
                <c:pt idx="251">
                  <c:v>130.1198984</c:v>
                </c:pt>
                <c:pt idx="252">
                  <c:v>132.77341296</c:v>
                </c:pt>
                <c:pt idx="253">
                  <c:v>133.92487459</c:v>
                </c:pt>
                <c:pt idx="254">
                  <c:v>132.49556185</c:v>
                </c:pt>
                <c:pt idx="255">
                  <c:v>134.01645986</c:v>
                </c:pt>
                <c:pt idx="256">
                  <c:v>133.7501707</c:v>
                </c:pt>
                <c:pt idx="257">
                  <c:v>132.14915834</c:v>
                </c:pt>
                <c:pt idx="258">
                  <c:v>143.26912047</c:v>
                </c:pt>
                <c:pt idx="259">
                  <c:v>141.41247053</c:v>
                </c:pt>
                <c:pt idx="260">
                  <c:v>144.08874484</c:v>
                </c:pt>
                <c:pt idx="261">
                  <c:v>142.67918757</c:v>
                </c:pt>
                <c:pt idx="262">
                  <c:v>139.17910108</c:v>
                </c:pt>
                <c:pt idx="263">
                  <c:v>138.88622853</c:v>
                </c:pt>
                <c:pt idx="264">
                  <c:v>138.36238996</c:v>
                </c:pt>
                <c:pt idx="265">
                  <c:v>138.62813288</c:v>
                </c:pt>
                <c:pt idx="266">
                  <c:v>137.69853336</c:v>
                </c:pt>
                <c:pt idx="267">
                  <c:v>136.29807999</c:v>
                </c:pt>
                <c:pt idx="268">
                  <c:v>135.70559799</c:v>
                </c:pt>
                <c:pt idx="269">
                  <c:v>139.25548283</c:v>
                </c:pt>
                <c:pt idx="270">
                  <c:v>137.85156997</c:v>
                </c:pt>
                <c:pt idx="271">
                  <c:v>138.96770846</c:v>
                </c:pt>
                <c:pt idx="272">
                  <c:v>134.90345311</c:v>
                </c:pt>
                <c:pt idx="273">
                  <c:v>133.01894522</c:v>
                </c:pt>
                <c:pt idx="274">
                  <c:v>131.60037508</c:v>
                </c:pt>
                <c:pt idx="275">
                  <c:v>125.39652049</c:v>
                </c:pt>
                <c:pt idx="276">
                  <c:v>126.18355289</c:v>
                </c:pt>
                <c:pt idx="277">
                  <c:v>127.16650128</c:v>
                </c:pt>
                <c:pt idx="278">
                  <c:v>126.63501543</c:v>
                </c:pt>
                <c:pt idx="279">
                  <c:v>125.84452355</c:v>
                </c:pt>
                <c:pt idx="280">
                  <c:v>126.3344956</c:v>
                </c:pt>
                <c:pt idx="281">
                  <c:v>128.25469079</c:v>
                </c:pt>
                <c:pt idx="282">
                  <c:v>127.28466994</c:v>
                </c:pt>
                <c:pt idx="283">
                  <c:v>126.77066358</c:v>
                </c:pt>
                <c:pt idx="284">
                  <c:v>126.29726064</c:v>
                </c:pt>
                <c:pt idx="285">
                  <c:v>128.21408738</c:v>
                </c:pt>
                <c:pt idx="286">
                  <c:v>129.84405014</c:v>
                </c:pt>
                <c:pt idx="287">
                  <c:v>127.61250148</c:v>
                </c:pt>
                <c:pt idx="288">
                  <c:v>126.52604171</c:v>
                </c:pt>
                <c:pt idx="289">
                  <c:v>131.3848857</c:v>
                </c:pt>
                <c:pt idx="290">
                  <c:v>131.79647315</c:v>
                </c:pt>
                <c:pt idx="291">
                  <c:v>130.36351884</c:v>
                </c:pt>
                <c:pt idx="292">
                  <c:v>131.06442832</c:v>
                </c:pt>
                <c:pt idx="293">
                  <c:v>131.00698269</c:v>
                </c:pt>
                <c:pt idx="294">
                  <c:v>130.34157843</c:v>
                </c:pt>
                <c:pt idx="295">
                  <c:v>131.62777783</c:v>
                </c:pt>
                <c:pt idx="296">
                  <c:v>131.94140728</c:v>
                </c:pt>
                <c:pt idx="297">
                  <c:v>131.09092068</c:v>
                </c:pt>
                <c:pt idx="298">
                  <c:v>131.60119443</c:v>
                </c:pt>
                <c:pt idx="299">
                  <c:v>132.73135293</c:v>
                </c:pt>
                <c:pt idx="300">
                  <c:v>133.19328496</c:v>
                </c:pt>
                <c:pt idx="301">
                  <c:v>132.59370192</c:v>
                </c:pt>
                <c:pt idx="302">
                  <c:v>132.06458309</c:v>
                </c:pt>
                <c:pt idx="303">
                  <c:v>131.13543876</c:v>
                </c:pt>
                <c:pt idx="304">
                  <c:v>133.50172519</c:v>
                </c:pt>
                <c:pt idx="305">
                  <c:v>135.92481997</c:v>
                </c:pt>
                <c:pt idx="306">
                  <c:v>136.21951331</c:v>
                </c:pt>
                <c:pt idx="307">
                  <c:v>137.32108555</c:v>
                </c:pt>
                <c:pt idx="308">
                  <c:v>138.76742259</c:v>
                </c:pt>
                <c:pt idx="309">
                  <c:v>146.18764965</c:v>
                </c:pt>
                <c:pt idx="310">
                  <c:v>142.52897317</c:v>
                </c:pt>
                <c:pt idx="311">
                  <c:v>143.92050472</c:v>
                </c:pt>
                <c:pt idx="312">
                  <c:v>140.64036853</c:v>
                </c:pt>
                <c:pt idx="313">
                  <c:v>140.95836785</c:v>
                </c:pt>
                <c:pt idx="314">
                  <c:v>140.98613476</c:v>
                </c:pt>
                <c:pt idx="315">
                  <c:v>138.16110266</c:v>
                </c:pt>
                <c:pt idx="316">
                  <c:v>138.35656346</c:v>
                </c:pt>
                <c:pt idx="317">
                  <c:v>139.31174495</c:v>
                </c:pt>
                <c:pt idx="318">
                  <c:v>144.63024499</c:v>
                </c:pt>
                <c:pt idx="319">
                  <c:v>142.53971578</c:v>
                </c:pt>
                <c:pt idx="320">
                  <c:v>142.47016196</c:v>
                </c:pt>
                <c:pt idx="321">
                  <c:v>142.24383893</c:v>
                </c:pt>
                <c:pt idx="322">
                  <c:v>139.83631183</c:v>
                </c:pt>
                <c:pt idx="323">
                  <c:v>139.43118815</c:v>
                </c:pt>
                <c:pt idx="324">
                  <c:v>136.59768943</c:v>
                </c:pt>
                <c:pt idx="325">
                  <c:v>141.06570287</c:v>
                </c:pt>
                <c:pt idx="326">
                  <c:v>140.07000901</c:v>
                </c:pt>
                <c:pt idx="327">
                  <c:v>137.2223082</c:v>
                </c:pt>
                <c:pt idx="328">
                  <c:v>138.46043899</c:v>
                </c:pt>
                <c:pt idx="329">
                  <c:v>140.33684441</c:v>
                </c:pt>
                <c:pt idx="330">
                  <c:v>139.48708611</c:v>
                </c:pt>
                <c:pt idx="331">
                  <c:v>138.87930956</c:v>
                </c:pt>
                <c:pt idx="332">
                  <c:v>139.57794306</c:v>
                </c:pt>
                <c:pt idx="333">
                  <c:v>139.26868348</c:v>
                </c:pt>
                <c:pt idx="334">
                  <c:v>139.7842375</c:v>
                </c:pt>
                <c:pt idx="335">
                  <c:v>140.85567583</c:v>
                </c:pt>
                <c:pt idx="336">
                  <c:v>140.64737853</c:v>
                </c:pt>
                <c:pt idx="337">
                  <c:v>139.93900385</c:v>
                </c:pt>
                <c:pt idx="338">
                  <c:v>134.34920751</c:v>
                </c:pt>
                <c:pt idx="339">
                  <c:v>128.83342589</c:v>
                </c:pt>
                <c:pt idx="340">
                  <c:v>128.49694564</c:v>
                </c:pt>
                <c:pt idx="341">
                  <c:v>129.93317735</c:v>
                </c:pt>
                <c:pt idx="342">
                  <c:v>129.94483035</c:v>
                </c:pt>
                <c:pt idx="343">
                  <c:v>126.92770591</c:v>
                </c:pt>
                <c:pt idx="344">
                  <c:v>129.39540981</c:v>
                </c:pt>
                <c:pt idx="345">
                  <c:v>129.92034085</c:v>
                </c:pt>
                <c:pt idx="346">
                  <c:v>128.47018017</c:v>
                </c:pt>
                <c:pt idx="347">
                  <c:v>127.14911282</c:v>
                </c:pt>
                <c:pt idx="348">
                  <c:v>126.70202016</c:v>
                </c:pt>
                <c:pt idx="349">
                  <c:v>124.35621751</c:v>
                </c:pt>
                <c:pt idx="350">
                  <c:v>125.21699152</c:v>
                </c:pt>
                <c:pt idx="351">
                  <c:v>121.04194168</c:v>
                </c:pt>
                <c:pt idx="352">
                  <c:v>119.81983376</c:v>
                </c:pt>
                <c:pt idx="353">
                  <c:v>113.2556467</c:v>
                </c:pt>
                <c:pt idx="354">
                  <c:v>115.44895897</c:v>
                </c:pt>
                <c:pt idx="355">
                  <c:v>117.16185829</c:v>
                </c:pt>
                <c:pt idx="356">
                  <c:v>115.31704342</c:v>
                </c:pt>
                <c:pt idx="357">
                  <c:v>115.74802218</c:v>
                </c:pt>
                <c:pt idx="358">
                  <c:v>114.77363146</c:v>
                </c:pt>
                <c:pt idx="359">
                  <c:v>113.6431088</c:v>
                </c:pt>
                <c:pt idx="360">
                  <c:v>116.35871198</c:v>
                </c:pt>
                <c:pt idx="361">
                  <c:v>116.70384094</c:v>
                </c:pt>
                <c:pt idx="362">
                  <c:v>114.22457508</c:v>
                </c:pt>
                <c:pt idx="363">
                  <c:v>113.83583842</c:v>
                </c:pt>
                <c:pt idx="364">
                  <c:v>119.02697486</c:v>
                </c:pt>
                <c:pt idx="365">
                  <c:v>117.10377539</c:v>
                </c:pt>
                <c:pt idx="366">
                  <c:v>119.04927943</c:v>
                </c:pt>
                <c:pt idx="367">
                  <c:v>119.10144479</c:v>
                </c:pt>
                <c:pt idx="368">
                  <c:v>120.49024517</c:v>
                </c:pt>
                <c:pt idx="369">
                  <c:v>120.45164462</c:v>
                </c:pt>
                <c:pt idx="370">
                  <c:v>122.06704114</c:v>
                </c:pt>
                <c:pt idx="371">
                  <c:v>127.89190026</c:v>
                </c:pt>
                <c:pt idx="372">
                  <c:v>129.321213</c:v>
                </c:pt>
                <c:pt idx="373">
                  <c:v>127.36014129</c:v>
                </c:pt>
                <c:pt idx="374">
                  <c:v>129.3855776</c:v>
                </c:pt>
                <c:pt idx="375">
                  <c:v>125.45414819</c:v>
                </c:pt>
                <c:pt idx="376">
                  <c:v>124.74386169</c:v>
                </c:pt>
                <c:pt idx="377">
                  <c:v>123.946815</c:v>
                </c:pt>
                <c:pt idx="378">
                  <c:v>120.66203581</c:v>
                </c:pt>
                <c:pt idx="379">
                  <c:v>121.24013365</c:v>
                </c:pt>
                <c:pt idx="380">
                  <c:v>121.09010133</c:v>
                </c:pt>
                <c:pt idx="381">
                  <c:v>124.11287019</c:v>
                </c:pt>
                <c:pt idx="382">
                  <c:v>127.90428157</c:v>
                </c:pt>
                <c:pt idx="383">
                  <c:v>130.76500096</c:v>
                </c:pt>
                <c:pt idx="384">
                  <c:v>129.85014976</c:v>
                </c:pt>
                <c:pt idx="385">
                  <c:v>129.22070592</c:v>
                </c:pt>
                <c:pt idx="386">
                  <c:v>130.95581876</c:v>
                </c:pt>
                <c:pt idx="387">
                  <c:v>126.06938995</c:v>
                </c:pt>
                <c:pt idx="388">
                  <c:v>125.47872873</c:v>
                </c:pt>
                <c:pt idx="389">
                  <c:v>123.53531859</c:v>
                </c:pt>
                <c:pt idx="390">
                  <c:v>124.25307029</c:v>
                </c:pt>
                <c:pt idx="391">
                  <c:v>122.84551587</c:v>
                </c:pt>
                <c:pt idx="392">
                  <c:v>120.52074324</c:v>
                </c:pt>
                <c:pt idx="393">
                  <c:v>120.83273399</c:v>
                </c:pt>
                <c:pt idx="394">
                  <c:v>119.87491237</c:v>
                </c:pt>
                <c:pt idx="395">
                  <c:v>116.91841993</c:v>
                </c:pt>
                <c:pt idx="396">
                  <c:v>114.1401819</c:v>
                </c:pt>
                <c:pt idx="397">
                  <c:v>117.04878782</c:v>
                </c:pt>
                <c:pt idx="398">
                  <c:v>113.26138215</c:v>
                </c:pt>
                <c:pt idx="399">
                  <c:v>113.77447812</c:v>
                </c:pt>
                <c:pt idx="400">
                  <c:v>113.99998179</c:v>
                </c:pt>
                <c:pt idx="401">
                  <c:v>113.45656983</c:v>
                </c:pt>
                <c:pt idx="402">
                  <c:v>112.00158408</c:v>
                </c:pt>
                <c:pt idx="403">
                  <c:v>118.26625274</c:v>
                </c:pt>
                <c:pt idx="404">
                  <c:v>119.83585663</c:v>
                </c:pt>
                <c:pt idx="405">
                  <c:v>121.80348315</c:v>
                </c:pt>
                <c:pt idx="406">
                  <c:v>117.95034731</c:v>
                </c:pt>
                <c:pt idx="407">
                  <c:v>114.0081753</c:v>
                </c:pt>
                <c:pt idx="408">
                  <c:v>113.1224566</c:v>
                </c:pt>
                <c:pt idx="409">
                  <c:v>115.05876569</c:v>
                </c:pt>
                <c:pt idx="410">
                  <c:v>116.23926877</c:v>
                </c:pt>
                <c:pt idx="411">
                  <c:v>116.55235199</c:v>
                </c:pt>
                <c:pt idx="412">
                  <c:v>115.17848202</c:v>
                </c:pt>
                <c:pt idx="413">
                  <c:v>115.75184582</c:v>
                </c:pt>
                <c:pt idx="414">
                  <c:v>116.64038673</c:v>
                </c:pt>
                <c:pt idx="415">
                  <c:v>117.98239305</c:v>
                </c:pt>
                <c:pt idx="416">
                  <c:v>116.31920104</c:v>
                </c:pt>
                <c:pt idx="417">
                  <c:v>115.33761824</c:v>
                </c:pt>
                <c:pt idx="418">
                  <c:v>111.56632648</c:v>
                </c:pt>
                <c:pt idx="419">
                  <c:v>113.90803237</c:v>
                </c:pt>
                <c:pt idx="420">
                  <c:v>115.15863551</c:v>
                </c:pt>
                <c:pt idx="421">
                  <c:v>115.2752565</c:v>
                </c:pt>
                <c:pt idx="422">
                  <c:v>117.24179056</c:v>
                </c:pt>
                <c:pt idx="423">
                  <c:v>113.4315341</c:v>
                </c:pt>
                <c:pt idx="424">
                  <c:v>112.5316133</c:v>
                </c:pt>
                <c:pt idx="425">
                  <c:v>109.61454075</c:v>
                </c:pt>
                <c:pt idx="426">
                  <c:v>110.0995967</c:v>
                </c:pt>
                <c:pt idx="427">
                  <c:v>110.07993227</c:v>
                </c:pt>
                <c:pt idx="428">
                  <c:v>102.62119571</c:v>
                </c:pt>
                <c:pt idx="429">
                  <c:v>104.92785157</c:v>
                </c:pt>
                <c:pt idx="430">
                  <c:v>103.04097667</c:v>
                </c:pt>
                <c:pt idx="431">
                  <c:v>100.30689256</c:v>
                </c:pt>
                <c:pt idx="432">
                  <c:v>97.9927715</c:v>
                </c:pt>
                <c:pt idx="433">
                  <c:v>95.15390148</c:v>
                </c:pt>
                <c:pt idx="434">
                  <c:v>98.23493532</c:v>
                </c:pt>
                <c:pt idx="435">
                  <c:v>97.81697514</c:v>
                </c:pt>
                <c:pt idx="436">
                  <c:v>97.86850323</c:v>
                </c:pt>
                <c:pt idx="437">
                  <c:v>93.92669537</c:v>
                </c:pt>
                <c:pt idx="438">
                  <c:v>96.12956675</c:v>
                </c:pt>
                <c:pt idx="439">
                  <c:v>96.07048242</c:v>
                </c:pt>
                <c:pt idx="440">
                  <c:v>96.89183653</c:v>
                </c:pt>
                <c:pt idx="441">
                  <c:v>95.50649563</c:v>
                </c:pt>
                <c:pt idx="442">
                  <c:v>98.61984833</c:v>
                </c:pt>
                <c:pt idx="443">
                  <c:v>97.96427629</c:v>
                </c:pt>
                <c:pt idx="444">
                  <c:v>99.55035824</c:v>
                </c:pt>
                <c:pt idx="445">
                  <c:v>101.91455077</c:v>
                </c:pt>
                <c:pt idx="446">
                  <c:v>102.22544905</c:v>
                </c:pt>
                <c:pt idx="447">
                  <c:v>103.2605628</c:v>
                </c:pt>
                <c:pt idx="448">
                  <c:v>102.22544905</c:v>
                </c:pt>
                <c:pt idx="449">
                  <c:v>101.34664931</c:v>
                </c:pt>
                <c:pt idx="450">
                  <c:v>101.58462533</c:v>
                </c:pt>
                <c:pt idx="451">
                  <c:v>99.9423723</c:v>
                </c:pt>
                <c:pt idx="452">
                  <c:v>99.0067642</c:v>
                </c:pt>
                <c:pt idx="453">
                  <c:v>100.89655235</c:v>
                </c:pt>
                <c:pt idx="454">
                  <c:v>103.59221798</c:v>
                </c:pt>
                <c:pt idx="455">
                  <c:v>98.52161722</c:v>
                </c:pt>
                <c:pt idx="456">
                  <c:v>98.46553718</c:v>
                </c:pt>
                <c:pt idx="457">
                  <c:v>97.90118624</c:v>
                </c:pt>
                <c:pt idx="458">
                  <c:v>95.92081425</c:v>
                </c:pt>
                <c:pt idx="459">
                  <c:v>96.79260399</c:v>
                </c:pt>
                <c:pt idx="460">
                  <c:v>97.22713327</c:v>
                </c:pt>
                <c:pt idx="461">
                  <c:v>97.86340504</c:v>
                </c:pt>
                <c:pt idx="462">
                  <c:v>96.84704533</c:v>
                </c:pt>
                <c:pt idx="463">
                  <c:v>96.98323971</c:v>
                </c:pt>
                <c:pt idx="464">
                  <c:v>98.28518886</c:v>
                </c:pt>
                <c:pt idx="465">
                  <c:v>100.74069354</c:v>
                </c:pt>
                <c:pt idx="466">
                  <c:v>99.11856013</c:v>
                </c:pt>
                <c:pt idx="467">
                  <c:v>99.01768888</c:v>
                </c:pt>
                <c:pt idx="468">
                  <c:v>99.85579418</c:v>
                </c:pt>
                <c:pt idx="469">
                  <c:v>98.89150879</c:v>
                </c:pt>
                <c:pt idx="470">
                  <c:v>98.48693135</c:v>
                </c:pt>
                <c:pt idx="471">
                  <c:v>95.719618</c:v>
                </c:pt>
                <c:pt idx="472">
                  <c:v>93.17507716</c:v>
                </c:pt>
                <c:pt idx="473">
                  <c:v>93.03305627</c:v>
                </c:pt>
                <c:pt idx="474">
                  <c:v>93.63482425</c:v>
                </c:pt>
                <c:pt idx="475">
                  <c:v>94.70689985</c:v>
                </c:pt>
                <c:pt idx="476">
                  <c:v>93.40577005</c:v>
                </c:pt>
                <c:pt idx="477">
                  <c:v>95.07569895</c:v>
                </c:pt>
                <c:pt idx="478">
                  <c:v>96.33522391</c:v>
                </c:pt>
                <c:pt idx="479">
                  <c:v>95.299746</c:v>
                </c:pt>
                <c:pt idx="480">
                  <c:v>97.77992225</c:v>
                </c:pt>
                <c:pt idx="481">
                  <c:v>96.11363492</c:v>
                </c:pt>
                <c:pt idx="482">
                  <c:v>93.45757126</c:v>
                </c:pt>
                <c:pt idx="483">
                  <c:v>93.98541555</c:v>
                </c:pt>
                <c:pt idx="484">
                  <c:v>94.64517539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10"/>
          <c:min val="5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573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正相关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111111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6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负相关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111111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6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训练误差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11111"/>
              </a:solidFill>
            </c:spPr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  <c:pt idx="4">
                  <c:v>10</c:v>
                </c:pt>
                <c:pt idx="5">
                  <c:v>20</c:v>
                </c:pt>
                <c:pt idx="6">
                  <c:v>40</c:v>
                </c:pt>
                <c:pt idx="7">
                  <c:v>60</c:v>
                </c:pt>
                <c:pt idx="8">
                  <c:v>90</c:v>
                </c:pt>
                <c:pt idx="9">
                  <c:v>120</c:v>
                </c:pt>
                <c:pt idx="10">
                  <c:v>150</c:v>
                </c:pt>
                <c:pt idx="11">
                  <c:v>180</c:v>
                </c:pt>
              </c:numCache>
            </c:numRef>
          </c:xVal>
          <c:yVal>
            <c:numRef>
              <c:f>'Chart Data'!$B$2:$B$13</c:f>
              <c:numCache>
                <c:formatCode>0</c:formatCode>
                <c:ptCount val="12"/>
                <c:pt idx="0">
                  <c:v>4156.32756169</c:v>
                </c:pt>
                <c:pt idx="1">
                  <c:v>4145.65723437</c:v>
                </c:pt>
                <c:pt idx="2">
                  <c:v>4135.54474238</c:v>
                </c:pt>
                <c:pt idx="3">
                  <c:v>4108.13147394</c:v>
                </c:pt>
                <c:pt idx="4">
                  <c:v>4071.34715594</c:v>
                </c:pt>
                <c:pt idx="5">
                  <c:v>4018.38091456</c:v>
                </c:pt>
                <c:pt idx="6">
                  <c:v>3956.39324902</c:v>
                </c:pt>
                <c:pt idx="7">
                  <c:v>3917.10595919</c:v>
                </c:pt>
                <c:pt idx="8">
                  <c:v>3870.45419047</c:v>
                </c:pt>
                <c:pt idx="9">
                  <c:v>3830.08808622</c:v>
                </c:pt>
                <c:pt idx="10">
                  <c:v>3795.07655805</c:v>
                </c:pt>
                <c:pt idx="11">
                  <c:v>3761.97161968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200"/>
          <c:min val="370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18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平均每日排名IC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0.17289377</c:v>
                </c:pt>
                <c:pt idx="1">
                  <c:v>0.01417778</c:v>
                </c:pt>
                <c:pt idx="2">
                  <c:v>0.17643199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046平均IC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最近21日</c:v>
                </c:pt>
                <c:pt idx="1">
                  <c:v>最近63日</c:v>
                </c:pt>
                <c:pt idx="2">
                  <c:v>最近126日</c:v>
                </c:pt>
                <c:pt idx="3">
                  <c:v>最近499日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0.06035255</c:v>
                </c:pt>
                <c:pt idx="1">
                  <c:v>0.14589141</c:v>
                </c:pt>
                <c:pt idx="2">
                  <c:v>0.14064739</c:v>
                </c:pt>
                <c:pt idx="3">
                  <c:v>0.15225048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1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相对期初等权持有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Ref>
              <c:f>'Chart Data'!$A$2:$A$486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Data'!$B$2:$B$486</c:f>
              <c:numCache>
                <c:formatCode>0</c:formatCode>
                <c:ptCount val="485"/>
                <c:pt idx="0">
                  <c:v>0</c:v>
                </c:pt>
                <c:pt idx="1">
                  <c:v>5.34386401</c:v>
                </c:pt>
                <c:pt idx="2">
                  <c:v>8.05441807</c:v>
                </c:pt>
                <c:pt idx="3">
                  <c:v>14.61663834</c:v>
                </c:pt>
                <c:pt idx="4">
                  <c:v>8.31810679</c:v>
                </c:pt>
                <c:pt idx="5">
                  <c:v>9.75062314</c:v>
                </c:pt>
                <c:pt idx="6">
                  <c:v>8.24850431</c:v>
                </c:pt>
                <c:pt idx="7">
                  <c:v>3.20390974</c:v>
                </c:pt>
                <c:pt idx="8">
                  <c:v>-7.34258686</c:v>
                </c:pt>
                <c:pt idx="9">
                  <c:v>-26.66642982</c:v>
                </c:pt>
                <c:pt idx="10">
                  <c:v>-17.27733131</c:v>
                </c:pt>
                <c:pt idx="11">
                  <c:v>-22.3272836</c:v>
                </c:pt>
                <c:pt idx="12">
                  <c:v>-29.04454996</c:v>
                </c:pt>
                <c:pt idx="13">
                  <c:v>-28.26170696</c:v>
                </c:pt>
                <c:pt idx="14">
                  <c:v>-32.60354904</c:v>
                </c:pt>
                <c:pt idx="15">
                  <c:v>-38.34405778</c:v>
                </c:pt>
                <c:pt idx="16">
                  <c:v>-37.40683478</c:v>
                </c:pt>
                <c:pt idx="17">
                  <c:v>-35.30348778</c:v>
                </c:pt>
                <c:pt idx="18">
                  <c:v>-19.88217761</c:v>
                </c:pt>
                <c:pt idx="19">
                  <c:v>-27.98353081</c:v>
                </c:pt>
                <c:pt idx="20">
                  <c:v>-39.72622329</c:v>
                </c:pt>
                <c:pt idx="21">
                  <c:v>-45.55436079</c:v>
                </c:pt>
                <c:pt idx="22">
                  <c:v>-51.62013642</c:v>
                </c:pt>
                <c:pt idx="23">
                  <c:v>-52.02534769</c:v>
                </c:pt>
                <c:pt idx="24">
                  <c:v>-51.31041667</c:v>
                </c:pt>
                <c:pt idx="25">
                  <c:v>-47.17843256</c:v>
                </c:pt>
                <c:pt idx="26">
                  <c:v>-50.44139622</c:v>
                </c:pt>
                <c:pt idx="27">
                  <c:v>-46.21526503</c:v>
                </c:pt>
                <c:pt idx="28">
                  <c:v>-50.22237657</c:v>
                </c:pt>
                <c:pt idx="29">
                  <c:v>-43.41497591</c:v>
                </c:pt>
                <c:pt idx="30">
                  <c:v>-43.65822547</c:v>
                </c:pt>
                <c:pt idx="31">
                  <c:v>-48.31563233</c:v>
                </c:pt>
                <c:pt idx="32">
                  <c:v>-50.68095856</c:v>
                </c:pt>
                <c:pt idx="33">
                  <c:v>-43.05719482</c:v>
                </c:pt>
                <c:pt idx="34">
                  <c:v>-45.28528992</c:v>
                </c:pt>
                <c:pt idx="35">
                  <c:v>-38.16029409</c:v>
                </c:pt>
                <c:pt idx="36">
                  <c:v>-41.12800689</c:v>
                </c:pt>
                <c:pt idx="37">
                  <c:v>-42.4721126</c:v>
                </c:pt>
                <c:pt idx="38">
                  <c:v>-45.55318495</c:v>
                </c:pt>
                <c:pt idx="39">
                  <c:v>-49.63311678</c:v>
                </c:pt>
                <c:pt idx="40">
                  <c:v>-50.35519231</c:v>
                </c:pt>
                <c:pt idx="41">
                  <c:v>-46.18552049</c:v>
                </c:pt>
                <c:pt idx="42">
                  <c:v>-47.24279277</c:v>
                </c:pt>
                <c:pt idx="43">
                  <c:v>-44.47615978</c:v>
                </c:pt>
                <c:pt idx="44">
                  <c:v>-34.95534022</c:v>
                </c:pt>
                <c:pt idx="45">
                  <c:v>-37.93872922</c:v>
                </c:pt>
                <c:pt idx="46">
                  <c:v>-35.01325105</c:v>
                </c:pt>
                <c:pt idx="47">
                  <c:v>-34.52135141</c:v>
                </c:pt>
                <c:pt idx="48">
                  <c:v>-33.71430686</c:v>
                </c:pt>
                <c:pt idx="49">
                  <c:v>-29.35812322</c:v>
                </c:pt>
                <c:pt idx="50">
                  <c:v>-25.19889676</c:v>
                </c:pt>
                <c:pt idx="51">
                  <c:v>-23.4286904</c:v>
                </c:pt>
                <c:pt idx="52">
                  <c:v>-26.83480926</c:v>
                </c:pt>
                <c:pt idx="53">
                  <c:v>-27.13197163</c:v>
                </c:pt>
                <c:pt idx="54">
                  <c:v>-23.16969755</c:v>
                </c:pt>
                <c:pt idx="55">
                  <c:v>-24.586487</c:v>
                </c:pt>
                <c:pt idx="56">
                  <c:v>-20.02565092</c:v>
                </c:pt>
                <c:pt idx="57">
                  <c:v>-20.18435812</c:v>
                </c:pt>
                <c:pt idx="58">
                  <c:v>-18.38446909</c:v>
                </c:pt>
                <c:pt idx="59">
                  <c:v>-14.38038549</c:v>
                </c:pt>
                <c:pt idx="60">
                  <c:v>-13.0800278</c:v>
                </c:pt>
                <c:pt idx="61">
                  <c:v>-11.6473058</c:v>
                </c:pt>
                <c:pt idx="62">
                  <c:v>-11.50667533</c:v>
                </c:pt>
                <c:pt idx="63">
                  <c:v>-10.12809384</c:v>
                </c:pt>
                <c:pt idx="64">
                  <c:v>-11.74193645</c:v>
                </c:pt>
                <c:pt idx="65">
                  <c:v>-11.94666386</c:v>
                </c:pt>
                <c:pt idx="66">
                  <c:v>-12.79102282</c:v>
                </c:pt>
                <c:pt idx="67">
                  <c:v>-9.40469565</c:v>
                </c:pt>
                <c:pt idx="68">
                  <c:v>-7.88647749</c:v>
                </c:pt>
                <c:pt idx="69">
                  <c:v>-15.9337513</c:v>
                </c:pt>
                <c:pt idx="70">
                  <c:v>-14.70176392</c:v>
                </c:pt>
                <c:pt idx="71">
                  <c:v>-15.9691761</c:v>
                </c:pt>
                <c:pt idx="72">
                  <c:v>-15.72206426</c:v>
                </c:pt>
                <c:pt idx="73">
                  <c:v>-15.96470699</c:v>
                </c:pt>
                <c:pt idx="74">
                  <c:v>-16.56411854</c:v>
                </c:pt>
                <c:pt idx="75">
                  <c:v>-12.99359796</c:v>
                </c:pt>
                <c:pt idx="76">
                  <c:v>-13.3337618</c:v>
                </c:pt>
                <c:pt idx="77">
                  <c:v>-13.53849266</c:v>
                </c:pt>
                <c:pt idx="78">
                  <c:v>-11.21633313</c:v>
                </c:pt>
                <c:pt idx="79">
                  <c:v>-12.68478899</c:v>
                </c:pt>
                <c:pt idx="80">
                  <c:v>-18.39721903</c:v>
                </c:pt>
                <c:pt idx="81">
                  <c:v>-23.27246125</c:v>
                </c:pt>
                <c:pt idx="82">
                  <c:v>-28.8651284</c:v>
                </c:pt>
                <c:pt idx="83">
                  <c:v>-32.53605156</c:v>
                </c:pt>
                <c:pt idx="84">
                  <c:v>-32.80494394</c:v>
                </c:pt>
                <c:pt idx="85">
                  <c:v>-30.01518117</c:v>
                </c:pt>
                <c:pt idx="86">
                  <c:v>-33.05704287</c:v>
                </c:pt>
                <c:pt idx="87">
                  <c:v>-33.66428693</c:v>
                </c:pt>
                <c:pt idx="88">
                  <c:v>-29.15147765</c:v>
                </c:pt>
                <c:pt idx="89">
                  <c:v>-34.50023131</c:v>
                </c:pt>
                <c:pt idx="90">
                  <c:v>-35.06767641</c:v>
                </c:pt>
                <c:pt idx="91">
                  <c:v>-39.70345386</c:v>
                </c:pt>
                <c:pt idx="92">
                  <c:v>-36.01990527</c:v>
                </c:pt>
                <c:pt idx="93">
                  <c:v>-35.33107821</c:v>
                </c:pt>
                <c:pt idx="94">
                  <c:v>-38.75343579</c:v>
                </c:pt>
                <c:pt idx="95">
                  <c:v>-39.31550967</c:v>
                </c:pt>
                <c:pt idx="96">
                  <c:v>-29.56497365</c:v>
                </c:pt>
                <c:pt idx="97">
                  <c:v>-33.02083404</c:v>
                </c:pt>
                <c:pt idx="98">
                  <c:v>-36.41775275</c:v>
                </c:pt>
                <c:pt idx="99">
                  <c:v>-38.61686462</c:v>
                </c:pt>
                <c:pt idx="100">
                  <c:v>-37.75952997</c:v>
                </c:pt>
                <c:pt idx="101">
                  <c:v>-35.30898832</c:v>
                </c:pt>
                <c:pt idx="102">
                  <c:v>-35.73945806</c:v>
                </c:pt>
                <c:pt idx="103">
                  <c:v>-34.75001238</c:v>
                </c:pt>
                <c:pt idx="104">
                  <c:v>-35.1539713</c:v>
                </c:pt>
                <c:pt idx="105">
                  <c:v>-33.27799444</c:v>
                </c:pt>
                <c:pt idx="106">
                  <c:v>-36.10243854</c:v>
                </c:pt>
                <c:pt idx="107">
                  <c:v>-36.68762542</c:v>
                </c:pt>
                <c:pt idx="108">
                  <c:v>-36.1514422</c:v>
                </c:pt>
                <c:pt idx="109">
                  <c:v>-30.64344886</c:v>
                </c:pt>
                <c:pt idx="110">
                  <c:v>-26.76128338</c:v>
                </c:pt>
                <c:pt idx="111">
                  <c:v>-21.53400209</c:v>
                </c:pt>
                <c:pt idx="112">
                  <c:v>-22.2598511</c:v>
                </c:pt>
                <c:pt idx="113">
                  <c:v>-23.12812444</c:v>
                </c:pt>
                <c:pt idx="114">
                  <c:v>-23.51392129</c:v>
                </c:pt>
                <c:pt idx="115">
                  <c:v>-23.37402093</c:v>
                </c:pt>
                <c:pt idx="116">
                  <c:v>-20.5045151</c:v>
                </c:pt>
                <c:pt idx="117">
                  <c:v>-17.33210449</c:v>
                </c:pt>
                <c:pt idx="118">
                  <c:v>-17.59099711</c:v>
                </c:pt>
                <c:pt idx="119">
                  <c:v>-17.42611635</c:v>
                </c:pt>
                <c:pt idx="120">
                  <c:v>-18.25079309</c:v>
                </c:pt>
                <c:pt idx="121">
                  <c:v>-9.3795797</c:v>
                </c:pt>
                <c:pt idx="122">
                  <c:v>-13.24605309</c:v>
                </c:pt>
                <c:pt idx="123">
                  <c:v>-16.28238682</c:v>
                </c:pt>
                <c:pt idx="124">
                  <c:v>-18.93187499</c:v>
                </c:pt>
                <c:pt idx="125">
                  <c:v>-18.23641843</c:v>
                </c:pt>
                <c:pt idx="126">
                  <c:v>-19.63890376</c:v>
                </c:pt>
                <c:pt idx="127">
                  <c:v>-18.89861264</c:v>
                </c:pt>
                <c:pt idx="128">
                  <c:v>-19.31237533</c:v>
                </c:pt>
                <c:pt idx="129">
                  <c:v>-19.64114614</c:v>
                </c:pt>
                <c:pt idx="130">
                  <c:v>-19.41858141</c:v>
                </c:pt>
                <c:pt idx="131">
                  <c:v>-21.49942414</c:v>
                </c:pt>
                <c:pt idx="132">
                  <c:v>-19.14230511</c:v>
                </c:pt>
                <c:pt idx="133">
                  <c:v>-21.54856982</c:v>
                </c:pt>
                <c:pt idx="134">
                  <c:v>-20.40591326</c:v>
                </c:pt>
                <c:pt idx="135">
                  <c:v>-19.62586047</c:v>
                </c:pt>
                <c:pt idx="136">
                  <c:v>-17.62314472</c:v>
                </c:pt>
                <c:pt idx="137">
                  <c:v>-17.52160577</c:v>
                </c:pt>
                <c:pt idx="138">
                  <c:v>-19.1089396</c:v>
                </c:pt>
                <c:pt idx="139">
                  <c:v>-20.80755167</c:v>
                </c:pt>
                <c:pt idx="140">
                  <c:v>-19.91366606</c:v>
                </c:pt>
                <c:pt idx="141">
                  <c:v>-21.02481018</c:v>
                </c:pt>
                <c:pt idx="142">
                  <c:v>-20.77190136</c:v>
                </c:pt>
                <c:pt idx="143">
                  <c:v>-23.71550192</c:v>
                </c:pt>
                <c:pt idx="144">
                  <c:v>-18.22933046</c:v>
                </c:pt>
                <c:pt idx="145">
                  <c:v>-17.83921014</c:v>
                </c:pt>
                <c:pt idx="146">
                  <c:v>-12.29808126</c:v>
                </c:pt>
                <c:pt idx="147">
                  <c:v>-12.03468772</c:v>
                </c:pt>
                <c:pt idx="148">
                  <c:v>-13.2134338</c:v>
                </c:pt>
                <c:pt idx="149">
                  <c:v>-13.28317589</c:v>
                </c:pt>
                <c:pt idx="150">
                  <c:v>-11.85013376</c:v>
                </c:pt>
                <c:pt idx="151">
                  <c:v>-8.81551503</c:v>
                </c:pt>
                <c:pt idx="152">
                  <c:v>-8.69897132</c:v>
                </c:pt>
                <c:pt idx="153">
                  <c:v>-9.4539436</c:v>
                </c:pt>
                <c:pt idx="154">
                  <c:v>-9.15839289</c:v>
                </c:pt>
                <c:pt idx="155">
                  <c:v>-8.22997341</c:v>
                </c:pt>
                <c:pt idx="156">
                  <c:v>-9.82370966</c:v>
                </c:pt>
                <c:pt idx="157">
                  <c:v>-8.1691375</c:v>
                </c:pt>
                <c:pt idx="158">
                  <c:v>-8.4725421</c:v>
                </c:pt>
                <c:pt idx="159">
                  <c:v>-6.91289579</c:v>
                </c:pt>
                <c:pt idx="160">
                  <c:v>-6.61833128</c:v>
                </c:pt>
                <c:pt idx="161">
                  <c:v>-7.47746374</c:v>
                </c:pt>
                <c:pt idx="162">
                  <c:v>-10.28209416</c:v>
                </c:pt>
                <c:pt idx="163">
                  <c:v>-6.94986278</c:v>
                </c:pt>
                <c:pt idx="164">
                  <c:v>-8.39001388</c:v>
                </c:pt>
                <c:pt idx="165">
                  <c:v>-11.02797155</c:v>
                </c:pt>
                <c:pt idx="166">
                  <c:v>-8.09858032</c:v>
                </c:pt>
                <c:pt idx="167">
                  <c:v>-9.38311518</c:v>
                </c:pt>
                <c:pt idx="168">
                  <c:v>-8.93303157</c:v>
                </c:pt>
                <c:pt idx="169">
                  <c:v>-9.69251115</c:v>
                </c:pt>
                <c:pt idx="170">
                  <c:v>-6.64598112</c:v>
                </c:pt>
                <c:pt idx="171">
                  <c:v>-3.56966003</c:v>
                </c:pt>
                <c:pt idx="172">
                  <c:v>-6.19419448</c:v>
                </c:pt>
                <c:pt idx="173">
                  <c:v>-6.05504646</c:v>
                </c:pt>
                <c:pt idx="174">
                  <c:v>-9.79242719</c:v>
                </c:pt>
                <c:pt idx="175">
                  <c:v>-9.29212603</c:v>
                </c:pt>
                <c:pt idx="176">
                  <c:v>-8.7432723</c:v>
                </c:pt>
                <c:pt idx="177">
                  <c:v>-10.14435186</c:v>
                </c:pt>
                <c:pt idx="178">
                  <c:v>-5.26929648</c:v>
                </c:pt>
                <c:pt idx="179">
                  <c:v>-4.73459326</c:v>
                </c:pt>
                <c:pt idx="180">
                  <c:v>-5.17220229</c:v>
                </c:pt>
                <c:pt idx="181">
                  <c:v>-4.37944537</c:v>
                </c:pt>
                <c:pt idx="182">
                  <c:v>-2.78915774</c:v>
                </c:pt>
                <c:pt idx="183">
                  <c:v>-3.56949866</c:v>
                </c:pt>
                <c:pt idx="184">
                  <c:v>-1.95885288</c:v>
                </c:pt>
                <c:pt idx="185">
                  <c:v>-2.9128813</c:v>
                </c:pt>
                <c:pt idx="186">
                  <c:v>-5.17742437</c:v>
                </c:pt>
                <c:pt idx="187">
                  <c:v>-5.09759897</c:v>
                </c:pt>
                <c:pt idx="188">
                  <c:v>-4.39733592</c:v>
                </c:pt>
                <c:pt idx="189">
                  <c:v>-4.45857661</c:v>
                </c:pt>
                <c:pt idx="190">
                  <c:v>-3.78322197</c:v>
                </c:pt>
                <c:pt idx="191">
                  <c:v>-3.82120596</c:v>
                </c:pt>
                <c:pt idx="192">
                  <c:v>-6.63602961</c:v>
                </c:pt>
                <c:pt idx="193">
                  <c:v>-6.47052742</c:v>
                </c:pt>
                <c:pt idx="194">
                  <c:v>-4.30462105</c:v>
                </c:pt>
                <c:pt idx="195">
                  <c:v>-7.1219194</c:v>
                </c:pt>
                <c:pt idx="196">
                  <c:v>-7.72154897</c:v>
                </c:pt>
                <c:pt idx="197">
                  <c:v>-6.64898056</c:v>
                </c:pt>
                <c:pt idx="198">
                  <c:v>-7.41996887</c:v>
                </c:pt>
                <c:pt idx="199">
                  <c:v>-5.17054143</c:v>
                </c:pt>
                <c:pt idx="200">
                  <c:v>-3.81813593</c:v>
                </c:pt>
                <c:pt idx="201">
                  <c:v>-3.919938</c:v>
                </c:pt>
                <c:pt idx="202">
                  <c:v>-4.82627358</c:v>
                </c:pt>
                <c:pt idx="203">
                  <c:v>-4.6440599</c:v>
                </c:pt>
                <c:pt idx="204">
                  <c:v>-6.70198565</c:v>
                </c:pt>
                <c:pt idx="205">
                  <c:v>-5.26857348</c:v>
                </c:pt>
                <c:pt idx="206">
                  <c:v>-4.22125319</c:v>
                </c:pt>
                <c:pt idx="207">
                  <c:v>-5.34677213</c:v>
                </c:pt>
                <c:pt idx="208">
                  <c:v>-4.99134361</c:v>
                </c:pt>
                <c:pt idx="209">
                  <c:v>-6.04053765</c:v>
                </c:pt>
                <c:pt idx="210">
                  <c:v>-5.14242735</c:v>
                </c:pt>
                <c:pt idx="211">
                  <c:v>-7.02252455</c:v>
                </c:pt>
                <c:pt idx="212">
                  <c:v>-11.59534014</c:v>
                </c:pt>
                <c:pt idx="213">
                  <c:v>-11.62217201</c:v>
                </c:pt>
                <c:pt idx="214">
                  <c:v>-12.30325805</c:v>
                </c:pt>
                <c:pt idx="215">
                  <c:v>-10.8198256</c:v>
                </c:pt>
                <c:pt idx="216">
                  <c:v>-12.44498028</c:v>
                </c:pt>
                <c:pt idx="217">
                  <c:v>-10.36428613</c:v>
                </c:pt>
                <c:pt idx="218">
                  <c:v>-11.60414545</c:v>
                </c:pt>
                <c:pt idx="219">
                  <c:v>-10.67352646</c:v>
                </c:pt>
                <c:pt idx="220">
                  <c:v>-11.87818817</c:v>
                </c:pt>
                <c:pt idx="221">
                  <c:v>-11.08319042</c:v>
                </c:pt>
                <c:pt idx="222">
                  <c:v>-13.21055491</c:v>
                </c:pt>
                <c:pt idx="223">
                  <c:v>-15.18505935</c:v>
                </c:pt>
                <c:pt idx="224">
                  <c:v>-13.49761625</c:v>
                </c:pt>
                <c:pt idx="225">
                  <c:v>-15.33252667</c:v>
                </c:pt>
                <c:pt idx="226">
                  <c:v>-20.03611924</c:v>
                </c:pt>
                <c:pt idx="227">
                  <c:v>-18.97537256</c:v>
                </c:pt>
                <c:pt idx="228">
                  <c:v>-18.56979736</c:v>
                </c:pt>
                <c:pt idx="229">
                  <c:v>-16.04370325</c:v>
                </c:pt>
                <c:pt idx="230">
                  <c:v>-16.59158541</c:v>
                </c:pt>
                <c:pt idx="231">
                  <c:v>-14.50455261</c:v>
                </c:pt>
                <c:pt idx="232">
                  <c:v>-16.69855364</c:v>
                </c:pt>
                <c:pt idx="233">
                  <c:v>-17.63587566</c:v>
                </c:pt>
                <c:pt idx="234">
                  <c:v>-18.22590358</c:v>
                </c:pt>
                <c:pt idx="235">
                  <c:v>-16.9414852</c:v>
                </c:pt>
                <c:pt idx="236">
                  <c:v>-13.94259118</c:v>
                </c:pt>
                <c:pt idx="237">
                  <c:v>-12.78523621</c:v>
                </c:pt>
                <c:pt idx="238">
                  <c:v>-7.76647632</c:v>
                </c:pt>
                <c:pt idx="239">
                  <c:v>-10.40847141</c:v>
                </c:pt>
                <c:pt idx="240">
                  <c:v>-8.50160173</c:v>
                </c:pt>
                <c:pt idx="241">
                  <c:v>-5.75568106</c:v>
                </c:pt>
                <c:pt idx="242">
                  <c:v>-6.96657548</c:v>
                </c:pt>
                <c:pt idx="243">
                  <c:v>-5.57835181</c:v>
                </c:pt>
                <c:pt idx="244">
                  <c:v>-4.54688261</c:v>
                </c:pt>
                <c:pt idx="245">
                  <c:v>-4.05225545</c:v>
                </c:pt>
                <c:pt idx="246">
                  <c:v>-2.07703385</c:v>
                </c:pt>
                <c:pt idx="247">
                  <c:v>-0.65115785</c:v>
                </c:pt>
                <c:pt idx="248">
                  <c:v>-2.42248137</c:v>
                </c:pt>
                <c:pt idx="249">
                  <c:v>-0.23601018</c:v>
                </c:pt>
                <c:pt idx="250">
                  <c:v>5.09345061</c:v>
                </c:pt>
                <c:pt idx="251">
                  <c:v>4.14654225</c:v>
                </c:pt>
                <c:pt idx="252">
                  <c:v>0.61097261</c:v>
                </c:pt>
                <c:pt idx="253">
                  <c:v>-0.59793255</c:v>
                </c:pt>
                <c:pt idx="254">
                  <c:v>1.11245515</c:v>
                </c:pt>
                <c:pt idx="255">
                  <c:v>0.09368654</c:v>
                </c:pt>
                <c:pt idx="256">
                  <c:v>-0.0056069</c:v>
                </c:pt>
                <c:pt idx="257">
                  <c:v>-0.14042749</c:v>
                </c:pt>
                <c:pt idx="258">
                  <c:v>-9.24370533</c:v>
                </c:pt>
                <c:pt idx="259">
                  <c:v>-6.78078428</c:v>
                </c:pt>
                <c:pt idx="260">
                  <c:v>-8.1006178</c:v>
                </c:pt>
                <c:pt idx="261">
                  <c:v>-6.80136664</c:v>
                </c:pt>
                <c:pt idx="262">
                  <c:v>-3.55851637</c:v>
                </c:pt>
                <c:pt idx="263">
                  <c:v>-4.07141843</c:v>
                </c:pt>
                <c:pt idx="264">
                  <c:v>-2.06588632</c:v>
                </c:pt>
                <c:pt idx="265">
                  <c:v>-1.22509788</c:v>
                </c:pt>
                <c:pt idx="266">
                  <c:v>-0.78144446</c:v>
                </c:pt>
                <c:pt idx="267">
                  <c:v>-0.8380136</c:v>
                </c:pt>
                <c:pt idx="268">
                  <c:v>-0.29373011</c:v>
                </c:pt>
                <c:pt idx="269">
                  <c:v>-3.9672583</c:v>
                </c:pt>
                <c:pt idx="270">
                  <c:v>-1.37768844</c:v>
                </c:pt>
                <c:pt idx="271">
                  <c:v>-0.99160303</c:v>
                </c:pt>
                <c:pt idx="272">
                  <c:v>2.38728201</c:v>
                </c:pt>
                <c:pt idx="273">
                  <c:v>5.3189703</c:v>
                </c:pt>
                <c:pt idx="274">
                  <c:v>6.39791589</c:v>
                </c:pt>
                <c:pt idx="275">
                  <c:v>12.98099433</c:v>
                </c:pt>
                <c:pt idx="276">
                  <c:v>11.47380387</c:v>
                </c:pt>
                <c:pt idx="277">
                  <c:v>9.87527931</c:v>
                </c:pt>
                <c:pt idx="278">
                  <c:v>10.97452387</c:v>
                </c:pt>
                <c:pt idx="279">
                  <c:v>12.3022475</c:v>
                </c:pt>
                <c:pt idx="280">
                  <c:v>11.35633934</c:v>
                </c:pt>
                <c:pt idx="281">
                  <c:v>8.0774071</c:v>
                </c:pt>
                <c:pt idx="282">
                  <c:v>9.79094386</c:v>
                </c:pt>
                <c:pt idx="283">
                  <c:v>11.71546779</c:v>
                </c:pt>
                <c:pt idx="284">
                  <c:v>13.27601277</c:v>
                </c:pt>
                <c:pt idx="285">
                  <c:v>10.94586609</c:v>
                </c:pt>
                <c:pt idx="286">
                  <c:v>9.57372803</c:v>
                </c:pt>
                <c:pt idx="287">
                  <c:v>12.58072543</c:v>
                </c:pt>
                <c:pt idx="288">
                  <c:v>13.63025974</c:v>
                </c:pt>
                <c:pt idx="289">
                  <c:v>9.81999135</c:v>
                </c:pt>
                <c:pt idx="290">
                  <c:v>9.29746326</c:v>
                </c:pt>
                <c:pt idx="291">
                  <c:v>10.19350786</c:v>
                </c:pt>
                <c:pt idx="292">
                  <c:v>7.78166721</c:v>
                </c:pt>
                <c:pt idx="293">
                  <c:v>7.2793168</c:v>
                </c:pt>
                <c:pt idx="294">
                  <c:v>8.5126188</c:v>
                </c:pt>
                <c:pt idx="295">
                  <c:v>6.89560326</c:v>
                </c:pt>
                <c:pt idx="296">
                  <c:v>5.70638295</c:v>
                </c:pt>
                <c:pt idx="297">
                  <c:v>8.25120415</c:v>
                </c:pt>
                <c:pt idx="298">
                  <c:v>7.72964935</c:v>
                </c:pt>
                <c:pt idx="299">
                  <c:v>7.19061781</c:v>
                </c:pt>
                <c:pt idx="300">
                  <c:v>8.08229721</c:v>
                </c:pt>
                <c:pt idx="301">
                  <c:v>8.99785321</c:v>
                </c:pt>
                <c:pt idx="302">
                  <c:v>8.66239959</c:v>
                </c:pt>
                <c:pt idx="303">
                  <c:v>9.03422199</c:v>
                </c:pt>
                <c:pt idx="304">
                  <c:v>6.93616533</c:v>
                </c:pt>
                <c:pt idx="305">
                  <c:v>3.23144377</c:v>
                </c:pt>
                <c:pt idx="306">
                  <c:v>3.51803909</c:v>
                </c:pt>
                <c:pt idx="307">
                  <c:v>2.02626667</c:v>
                </c:pt>
                <c:pt idx="308">
                  <c:v>0.42697978</c:v>
                </c:pt>
                <c:pt idx="309">
                  <c:v>-10.32871266</c:v>
                </c:pt>
                <c:pt idx="310">
                  <c:v>-7.41906278</c:v>
                </c:pt>
                <c:pt idx="311">
                  <c:v>-12.26702609</c:v>
                </c:pt>
                <c:pt idx="312">
                  <c:v>-7.0897683</c:v>
                </c:pt>
                <c:pt idx="313">
                  <c:v>-5.08285399</c:v>
                </c:pt>
                <c:pt idx="314">
                  <c:v>-4.61575669</c:v>
                </c:pt>
                <c:pt idx="315">
                  <c:v>-2.82751931</c:v>
                </c:pt>
                <c:pt idx="316">
                  <c:v>-2.34227542</c:v>
                </c:pt>
                <c:pt idx="317">
                  <c:v>-3.5413731</c:v>
                </c:pt>
                <c:pt idx="318">
                  <c:v>-7.7249395</c:v>
                </c:pt>
                <c:pt idx="319">
                  <c:v>-3.80263577</c:v>
                </c:pt>
                <c:pt idx="320">
                  <c:v>-3.26070931</c:v>
                </c:pt>
                <c:pt idx="321">
                  <c:v>-1.37145786</c:v>
                </c:pt>
                <c:pt idx="322">
                  <c:v>0.03933514</c:v>
                </c:pt>
                <c:pt idx="323">
                  <c:v>1.12870832</c:v>
                </c:pt>
                <c:pt idx="324">
                  <c:v>3.88848673</c:v>
                </c:pt>
                <c:pt idx="325">
                  <c:v>0.2811418</c:v>
                </c:pt>
                <c:pt idx="326">
                  <c:v>1.05868448</c:v>
                </c:pt>
                <c:pt idx="327">
                  <c:v>3.21213054</c:v>
                </c:pt>
                <c:pt idx="328">
                  <c:v>3.33265722</c:v>
                </c:pt>
                <c:pt idx="329">
                  <c:v>0.90406866</c:v>
                </c:pt>
                <c:pt idx="330">
                  <c:v>1.55422993</c:v>
                </c:pt>
                <c:pt idx="331">
                  <c:v>2.06911713</c:v>
                </c:pt>
                <c:pt idx="332">
                  <c:v>1.95028507</c:v>
                </c:pt>
                <c:pt idx="333">
                  <c:v>1.86380237</c:v>
                </c:pt>
                <c:pt idx="334">
                  <c:v>1.78417629</c:v>
                </c:pt>
                <c:pt idx="335">
                  <c:v>0.85687635</c:v>
                </c:pt>
                <c:pt idx="336">
                  <c:v>1.27196502</c:v>
                </c:pt>
                <c:pt idx="337">
                  <c:v>1.39895283</c:v>
                </c:pt>
                <c:pt idx="338">
                  <c:v>6.14916124</c:v>
                </c:pt>
                <c:pt idx="339">
                  <c:v>9.92402231</c:v>
                </c:pt>
                <c:pt idx="340">
                  <c:v>9.38714279</c:v>
                </c:pt>
                <c:pt idx="341">
                  <c:v>8.08835506</c:v>
                </c:pt>
                <c:pt idx="342">
                  <c:v>7.52447808</c:v>
                </c:pt>
                <c:pt idx="343">
                  <c:v>8.45112964</c:v>
                </c:pt>
                <c:pt idx="344">
                  <c:v>7.48940176</c:v>
                </c:pt>
                <c:pt idx="345">
                  <c:v>7.71631006</c:v>
                </c:pt>
                <c:pt idx="346">
                  <c:v>10.07182382</c:v>
                </c:pt>
                <c:pt idx="347">
                  <c:v>12.06054622</c:v>
                </c:pt>
                <c:pt idx="348">
                  <c:v>13.08359633</c:v>
                </c:pt>
                <c:pt idx="349">
                  <c:v>16.00234167</c:v>
                </c:pt>
                <c:pt idx="350">
                  <c:v>15.32042556</c:v>
                </c:pt>
                <c:pt idx="351">
                  <c:v>19.98347926</c:v>
                </c:pt>
                <c:pt idx="352">
                  <c:v>22.5405383</c:v>
                </c:pt>
                <c:pt idx="353">
                  <c:v>28.77796666</c:v>
                </c:pt>
                <c:pt idx="354">
                  <c:v>26.18270344</c:v>
                </c:pt>
                <c:pt idx="355">
                  <c:v>24.13752664</c:v>
                </c:pt>
                <c:pt idx="356">
                  <c:v>26.53619473</c:v>
                </c:pt>
                <c:pt idx="357">
                  <c:v>25.96815295</c:v>
                </c:pt>
                <c:pt idx="358">
                  <c:v>27.74545975</c:v>
                </c:pt>
                <c:pt idx="359">
                  <c:v>28.53149667</c:v>
                </c:pt>
                <c:pt idx="360">
                  <c:v>26.54236585</c:v>
                </c:pt>
                <c:pt idx="361">
                  <c:v>26.89550586</c:v>
                </c:pt>
                <c:pt idx="362">
                  <c:v>30.29056942</c:v>
                </c:pt>
                <c:pt idx="363">
                  <c:v>30.6586293</c:v>
                </c:pt>
                <c:pt idx="364">
                  <c:v>24.02850965</c:v>
                </c:pt>
                <c:pt idx="365">
                  <c:v>26.38295931</c:v>
                </c:pt>
                <c:pt idx="366">
                  <c:v>25.07420086</c:v>
                </c:pt>
                <c:pt idx="367">
                  <c:v>25.09140627</c:v>
                </c:pt>
                <c:pt idx="368">
                  <c:v>24.96582077</c:v>
                </c:pt>
                <c:pt idx="369">
                  <c:v>24.98884783</c:v>
                </c:pt>
                <c:pt idx="370">
                  <c:v>23.80438878</c:v>
                </c:pt>
                <c:pt idx="371">
                  <c:v>21.60509119</c:v>
                </c:pt>
                <c:pt idx="372">
                  <c:v>21.6020683</c:v>
                </c:pt>
                <c:pt idx="373">
                  <c:v>21.62589494</c:v>
                </c:pt>
                <c:pt idx="374">
                  <c:v>20.29199655</c:v>
                </c:pt>
                <c:pt idx="375">
                  <c:v>21.01656855</c:v>
                </c:pt>
                <c:pt idx="376">
                  <c:v>18.25152564</c:v>
                </c:pt>
                <c:pt idx="377">
                  <c:v>18.25508405</c:v>
                </c:pt>
                <c:pt idx="378">
                  <c:v>19.4503995</c:v>
                </c:pt>
                <c:pt idx="379">
                  <c:v>19.33058345</c:v>
                </c:pt>
                <c:pt idx="380">
                  <c:v>19.7359288</c:v>
                </c:pt>
                <c:pt idx="381">
                  <c:v>15.35627148</c:v>
                </c:pt>
                <c:pt idx="382">
                  <c:v>12.24917547</c:v>
                </c:pt>
                <c:pt idx="383">
                  <c:v>9.97406101</c:v>
                </c:pt>
                <c:pt idx="384">
                  <c:v>10.07522329</c:v>
                </c:pt>
                <c:pt idx="385">
                  <c:v>10.19234106</c:v>
                </c:pt>
                <c:pt idx="386">
                  <c:v>8.52968572</c:v>
                </c:pt>
                <c:pt idx="387">
                  <c:v>13.55258339</c:v>
                </c:pt>
                <c:pt idx="388">
                  <c:v>13.24167389</c:v>
                </c:pt>
                <c:pt idx="389">
                  <c:v>14.85864533</c:v>
                </c:pt>
                <c:pt idx="390">
                  <c:v>13.327589</c:v>
                </c:pt>
                <c:pt idx="391">
                  <c:v>15.97924596</c:v>
                </c:pt>
                <c:pt idx="392">
                  <c:v>18.0732863</c:v>
                </c:pt>
                <c:pt idx="393">
                  <c:v>18.09037586</c:v>
                </c:pt>
                <c:pt idx="394">
                  <c:v>18.93590565</c:v>
                </c:pt>
                <c:pt idx="395">
                  <c:v>21.61767284</c:v>
                </c:pt>
                <c:pt idx="396">
                  <c:v>25.88617047</c:v>
                </c:pt>
                <c:pt idx="397">
                  <c:v>23.9875613</c:v>
                </c:pt>
                <c:pt idx="398">
                  <c:v>26.89697295</c:v>
                </c:pt>
                <c:pt idx="399">
                  <c:v>23.62242664</c:v>
                </c:pt>
                <c:pt idx="400">
                  <c:v>21.96968666</c:v>
                </c:pt>
                <c:pt idx="401">
                  <c:v>22.74494667</c:v>
                </c:pt>
                <c:pt idx="402">
                  <c:v>25.29615255</c:v>
                </c:pt>
                <c:pt idx="403">
                  <c:v>19.78105629</c:v>
                </c:pt>
                <c:pt idx="404">
                  <c:v>17.88367413</c:v>
                </c:pt>
                <c:pt idx="405">
                  <c:v>15.85508817</c:v>
                </c:pt>
                <c:pt idx="406">
                  <c:v>20.70948573</c:v>
                </c:pt>
                <c:pt idx="407">
                  <c:v>25.81861851</c:v>
                </c:pt>
                <c:pt idx="408">
                  <c:v>26.44812597</c:v>
                </c:pt>
                <c:pt idx="409">
                  <c:v>23.73521553</c:v>
                </c:pt>
                <c:pt idx="410">
                  <c:v>22.93754895</c:v>
                </c:pt>
                <c:pt idx="411">
                  <c:v>22.30094594</c:v>
                </c:pt>
                <c:pt idx="412">
                  <c:v>24.4502538</c:v>
                </c:pt>
                <c:pt idx="413">
                  <c:v>22.21507674</c:v>
                </c:pt>
                <c:pt idx="414">
                  <c:v>20.48297722</c:v>
                </c:pt>
                <c:pt idx="415">
                  <c:v>19.87217761</c:v>
                </c:pt>
                <c:pt idx="416">
                  <c:v>22.00951279</c:v>
                </c:pt>
                <c:pt idx="417">
                  <c:v>23.68283157</c:v>
                </c:pt>
                <c:pt idx="418">
                  <c:v>26.85591972</c:v>
                </c:pt>
                <c:pt idx="419">
                  <c:v>24.67990082</c:v>
                </c:pt>
                <c:pt idx="420">
                  <c:v>20.89482107</c:v>
                </c:pt>
                <c:pt idx="421">
                  <c:v>21.76582804</c:v>
                </c:pt>
                <c:pt idx="422">
                  <c:v>19.3714955</c:v>
                </c:pt>
                <c:pt idx="423">
                  <c:v>22.29255365</c:v>
                </c:pt>
                <c:pt idx="424">
                  <c:v>23.71743542</c:v>
                </c:pt>
                <c:pt idx="425">
                  <c:v>25.41647012</c:v>
                </c:pt>
                <c:pt idx="426">
                  <c:v>25.20877696</c:v>
                </c:pt>
                <c:pt idx="427">
                  <c:v>25.49386926</c:v>
                </c:pt>
                <c:pt idx="428">
                  <c:v>32.07964687</c:v>
                </c:pt>
                <c:pt idx="429">
                  <c:v>30.06545047</c:v>
                </c:pt>
                <c:pt idx="430">
                  <c:v>30.96342081</c:v>
                </c:pt>
                <c:pt idx="431">
                  <c:v>31.11013889</c:v>
                </c:pt>
                <c:pt idx="432">
                  <c:v>34.23484589</c:v>
                </c:pt>
                <c:pt idx="433">
                  <c:v>37.47750217</c:v>
                </c:pt>
                <c:pt idx="434">
                  <c:v>33.47480513</c:v>
                </c:pt>
                <c:pt idx="435">
                  <c:v>34.27180265</c:v>
                </c:pt>
                <c:pt idx="436">
                  <c:v>34.74260103</c:v>
                </c:pt>
                <c:pt idx="437">
                  <c:v>39.98571083</c:v>
                </c:pt>
                <c:pt idx="438">
                  <c:v>37.12476519</c:v>
                </c:pt>
                <c:pt idx="439">
                  <c:v>37.74568795</c:v>
                </c:pt>
                <c:pt idx="440">
                  <c:v>36.84547922</c:v>
                </c:pt>
                <c:pt idx="441">
                  <c:v>38.91482837</c:v>
                </c:pt>
                <c:pt idx="442">
                  <c:v>34.58211771</c:v>
                </c:pt>
                <c:pt idx="443">
                  <c:v>35.33968087</c:v>
                </c:pt>
                <c:pt idx="444">
                  <c:v>32.35855497</c:v>
                </c:pt>
                <c:pt idx="445">
                  <c:v>29.24970663</c:v>
                </c:pt>
                <c:pt idx="446">
                  <c:v>28.57935724</c:v>
                </c:pt>
                <c:pt idx="447">
                  <c:v>28.8571522</c:v>
                </c:pt>
                <c:pt idx="448">
                  <c:v>29.40979035</c:v>
                </c:pt>
                <c:pt idx="449">
                  <c:v>30.25220671</c:v>
                </c:pt>
                <c:pt idx="450">
                  <c:v>29.28599176</c:v>
                </c:pt>
                <c:pt idx="451">
                  <c:v>29.57733143</c:v>
                </c:pt>
                <c:pt idx="452">
                  <c:v>29.73642722</c:v>
                </c:pt>
                <c:pt idx="453">
                  <c:v>29.04526603</c:v>
                </c:pt>
                <c:pt idx="454">
                  <c:v>28.24010546</c:v>
                </c:pt>
                <c:pt idx="455">
                  <c:v>30.38013429</c:v>
                </c:pt>
                <c:pt idx="456">
                  <c:v>30.51585117</c:v>
                </c:pt>
                <c:pt idx="457">
                  <c:v>31.38356943</c:v>
                </c:pt>
                <c:pt idx="458">
                  <c:v>34.1094582</c:v>
                </c:pt>
                <c:pt idx="459">
                  <c:v>33.0740508</c:v>
                </c:pt>
                <c:pt idx="460">
                  <c:v>35.52519536</c:v>
                </c:pt>
                <c:pt idx="461">
                  <c:v>35.47059525</c:v>
                </c:pt>
                <c:pt idx="462">
                  <c:v>34.80728442</c:v>
                </c:pt>
                <c:pt idx="463">
                  <c:v>34.44605401</c:v>
                </c:pt>
                <c:pt idx="464">
                  <c:v>33.45729029</c:v>
                </c:pt>
                <c:pt idx="465">
                  <c:v>33.81854296</c:v>
                </c:pt>
                <c:pt idx="466">
                  <c:v>33.80712295</c:v>
                </c:pt>
                <c:pt idx="467">
                  <c:v>34.1038851</c:v>
                </c:pt>
                <c:pt idx="468">
                  <c:v>34.5498498</c:v>
                </c:pt>
                <c:pt idx="469">
                  <c:v>34.82615878</c:v>
                </c:pt>
                <c:pt idx="470">
                  <c:v>35.73067218</c:v>
                </c:pt>
                <c:pt idx="471">
                  <c:v>36.49338837</c:v>
                </c:pt>
                <c:pt idx="472">
                  <c:v>39.01556845</c:v>
                </c:pt>
                <c:pt idx="473">
                  <c:v>39.20641919</c:v>
                </c:pt>
                <c:pt idx="474">
                  <c:v>39.93932401</c:v>
                </c:pt>
                <c:pt idx="475">
                  <c:v>38.23113653</c:v>
                </c:pt>
                <c:pt idx="476">
                  <c:v>39.03372716</c:v>
                </c:pt>
                <c:pt idx="477">
                  <c:v>37.19642902</c:v>
                </c:pt>
                <c:pt idx="478">
                  <c:v>35.59709006</c:v>
                </c:pt>
                <c:pt idx="479">
                  <c:v>35.60601</c:v>
                </c:pt>
                <c:pt idx="480">
                  <c:v>34.69943487</c:v>
                </c:pt>
                <c:pt idx="481">
                  <c:v>35.59197887</c:v>
                </c:pt>
                <c:pt idx="482">
                  <c:v>35.31232297</c:v>
                </c:pt>
                <c:pt idx="483">
                  <c:v>35.17516212</c:v>
                </c:pt>
                <c:pt idx="484">
                  <c:v>34.63192658</c:v>
                </c:pt>
              </c:numCache>
            </c:numRef>
          </c:yVal>
        </c:ser>
        <c:ser>
          <c:idx val="1"/>
          <c:order val="1"/>
          <c:tx>
            <c:v>相对北证50价格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Ref>
              <c:f>'Chart Data'!$C$2:$C$486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Data'!$D$2:$D$486</c:f>
              <c:numCache>
                <c:formatCode>0</c:formatCode>
                <c:ptCount val="485"/>
                <c:pt idx="0">
                  <c:v>0</c:v>
                </c:pt>
                <c:pt idx="1">
                  <c:v>11.33104369</c:v>
                </c:pt>
                <c:pt idx="2">
                  <c:v>11.50752927</c:v>
                </c:pt>
                <c:pt idx="3">
                  <c:v>18.29503559</c:v>
                </c:pt>
                <c:pt idx="4">
                  <c:v>13.41254798</c:v>
                </c:pt>
                <c:pt idx="5">
                  <c:v>14.91318495</c:v>
                </c:pt>
                <c:pt idx="6">
                  <c:v>14.05011852</c:v>
                </c:pt>
                <c:pt idx="7">
                  <c:v>10.71097958</c:v>
                </c:pt>
                <c:pt idx="8">
                  <c:v>2.25446194</c:v>
                </c:pt>
                <c:pt idx="9">
                  <c:v>-12.48974947</c:v>
                </c:pt>
                <c:pt idx="10">
                  <c:v>-3.98584831</c:v>
                </c:pt>
                <c:pt idx="11">
                  <c:v>-7.65408573</c:v>
                </c:pt>
                <c:pt idx="12">
                  <c:v>-11.75617514</c:v>
                </c:pt>
                <c:pt idx="13">
                  <c:v>-12.02003822</c:v>
                </c:pt>
                <c:pt idx="14">
                  <c:v>-12.55120315</c:v>
                </c:pt>
                <c:pt idx="15">
                  <c:v>-16.30474767</c:v>
                </c:pt>
                <c:pt idx="16">
                  <c:v>-13.40600618</c:v>
                </c:pt>
                <c:pt idx="17">
                  <c:v>-12.04052659</c:v>
                </c:pt>
                <c:pt idx="18">
                  <c:v>-1.87607742</c:v>
                </c:pt>
                <c:pt idx="19">
                  <c:v>-7.81209521</c:v>
                </c:pt>
                <c:pt idx="20">
                  <c:v>-15.46116773</c:v>
                </c:pt>
                <c:pt idx="21">
                  <c:v>-19.53424948</c:v>
                </c:pt>
                <c:pt idx="22">
                  <c:v>-23.19565505</c:v>
                </c:pt>
                <c:pt idx="23">
                  <c:v>-21.69554106</c:v>
                </c:pt>
                <c:pt idx="24">
                  <c:v>-22.57242856</c:v>
                </c:pt>
                <c:pt idx="25">
                  <c:v>-20.26050035</c:v>
                </c:pt>
                <c:pt idx="26">
                  <c:v>-20.89746785</c:v>
                </c:pt>
                <c:pt idx="27">
                  <c:v>-18.507385</c:v>
                </c:pt>
                <c:pt idx="28">
                  <c:v>-17.49928417</c:v>
                </c:pt>
                <c:pt idx="29">
                  <c:v>-12.9547465</c:v>
                </c:pt>
                <c:pt idx="30">
                  <c:v>-14.37053862</c:v>
                </c:pt>
                <c:pt idx="31">
                  <c:v>-17.14936688</c:v>
                </c:pt>
                <c:pt idx="32">
                  <c:v>-18.50134242</c:v>
                </c:pt>
                <c:pt idx="33">
                  <c:v>-12.23700952</c:v>
                </c:pt>
                <c:pt idx="34">
                  <c:v>-11.51953918</c:v>
                </c:pt>
                <c:pt idx="35">
                  <c:v>-7.45498706</c:v>
                </c:pt>
                <c:pt idx="36">
                  <c:v>-7.28303074</c:v>
                </c:pt>
                <c:pt idx="37">
                  <c:v>-7.14239228</c:v>
                </c:pt>
                <c:pt idx="38">
                  <c:v>-9.7217164</c:v>
                </c:pt>
                <c:pt idx="39">
                  <c:v>-12.47984518</c:v>
                </c:pt>
                <c:pt idx="40">
                  <c:v>-12.09858243</c:v>
                </c:pt>
                <c:pt idx="41">
                  <c:v>-10.20196282</c:v>
                </c:pt>
                <c:pt idx="42">
                  <c:v>-11.0185086</c:v>
                </c:pt>
                <c:pt idx="43">
                  <c:v>-10.09613061</c:v>
                </c:pt>
                <c:pt idx="44">
                  <c:v>-6.18994041</c:v>
                </c:pt>
                <c:pt idx="45">
                  <c:v>-8.78352032</c:v>
                </c:pt>
                <c:pt idx="46">
                  <c:v>-7.46099357</c:v>
                </c:pt>
                <c:pt idx="47">
                  <c:v>-5.49766373</c:v>
                </c:pt>
                <c:pt idx="48">
                  <c:v>-4.2813218</c:v>
                </c:pt>
                <c:pt idx="49">
                  <c:v>-1.18040658</c:v>
                </c:pt>
                <c:pt idx="50">
                  <c:v>1.59614513</c:v>
                </c:pt>
                <c:pt idx="51">
                  <c:v>1.69873888</c:v>
                </c:pt>
                <c:pt idx="52">
                  <c:v>-1.00898785</c:v>
                </c:pt>
                <c:pt idx="53">
                  <c:v>-1.20895982</c:v>
                </c:pt>
                <c:pt idx="54">
                  <c:v>0.42218417</c:v>
                </c:pt>
                <c:pt idx="55">
                  <c:v>0.02573836</c:v>
                </c:pt>
                <c:pt idx="56">
                  <c:v>2.35269023</c:v>
                </c:pt>
                <c:pt idx="57">
                  <c:v>2.28157012</c:v>
                </c:pt>
                <c:pt idx="58">
                  <c:v>3.93360879</c:v>
                </c:pt>
                <c:pt idx="59">
                  <c:v>6.5662446</c:v>
                </c:pt>
                <c:pt idx="60">
                  <c:v>7.63052546</c:v>
                </c:pt>
                <c:pt idx="61">
                  <c:v>9.39609328</c:v>
                </c:pt>
                <c:pt idx="62">
                  <c:v>9.29677056</c:v>
                </c:pt>
                <c:pt idx="63">
                  <c:v>9.64724086</c:v>
                </c:pt>
                <c:pt idx="64">
                  <c:v>9.42708951</c:v>
                </c:pt>
                <c:pt idx="65">
                  <c:v>9.56987743</c:v>
                </c:pt>
                <c:pt idx="66">
                  <c:v>9.71993191</c:v>
                </c:pt>
                <c:pt idx="67">
                  <c:v>10.17515044</c:v>
                </c:pt>
                <c:pt idx="68">
                  <c:v>11.47658396</c:v>
                </c:pt>
                <c:pt idx="69">
                  <c:v>7.29655489</c:v>
                </c:pt>
                <c:pt idx="70">
                  <c:v>8.01418656</c:v>
                </c:pt>
                <c:pt idx="71">
                  <c:v>6.68664059</c:v>
                </c:pt>
                <c:pt idx="72">
                  <c:v>6.06511339</c:v>
                </c:pt>
                <c:pt idx="73">
                  <c:v>5.75569224</c:v>
                </c:pt>
                <c:pt idx="74">
                  <c:v>5.64220657</c:v>
                </c:pt>
                <c:pt idx="75">
                  <c:v>8.67123073</c:v>
                </c:pt>
                <c:pt idx="76">
                  <c:v>8.21467055</c:v>
                </c:pt>
                <c:pt idx="77">
                  <c:v>9.20137935</c:v>
                </c:pt>
                <c:pt idx="78">
                  <c:v>9.41559678</c:v>
                </c:pt>
                <c:pt idx="79">
                  <c:v>9.84275003</c:v>
                </c:pt>
                <c:pt idx="80">
                  <c:v>7.36316077</c:v>
                </c:pt>
                <c:pt idx="81">
                  <c:v>4.90617824</c:v>
                </c:pt>
                <c:pt idx="82">
                  <c:v>4.69852762</c:v>
                </c:pt>
                <c:pt idx="83">
                  <c:v>3.15420255</c:v>
                </c:pt>
                <c:pt idx="84">
                  <c:v>3.73659971</c:v>
                </c:pt>
                <c:pt idx="85">
                  <c:v>4.69150915</c:v>
                </c:pt>
                <c:pt idx="86">
                  <c:v>4.38927571</c:v>
                </c:pt>
                <c:pt idx="87">
                  <c:v>4.04621329</c:v>
                </c:pt>
                <c:pt idx="88">
                  <c:v>5.46338692</c:v>
                </c:pt>
                <c:pt idx="89">
                  <c:v>1.93654361</c:v>
                </c:pt>
                <c:pt idx="90">
                  <c:v>2.431527</c:v>
                </c:pt>
                <c:pt idx="91">
                  <c:v>-0.42163406</c:v>
                </c:pt>
                <c:pt idx="92">
                  <c:v>-0.51816773</c:v>
                </c:pt>
                <c:pt idx="93">
                  <c:v>0.66260621</c:v>
                </c:pt>
                <c:pt idx="94">
                  <c:v>-0.58293558</c:v>
                </c:pt>
                <c:pt idx="95">
                  <c:v>1.32909051</c:v>
                </c:pt>
                <c:pt idx="96">
                  <c:v>7.18906617</c:v>
                </c:pt>
                <c:pt idx="97">
                  <c:v>6.87655405</c:v>
                </c:pt>
                <c:pt idx="98">
                  <c:v>6.57277257</c:v>
                </c:pt>
                <c:pt idx="99">
                  <c:v>4.93304541</c:v>
                </c:pt>
                <c:pt idx="100">
                  <c:v>7.16901347</c:v>
                </c:pt>
                <c:pt idx="101">
                  <c:v>8.99022056</c:v>
                </c:pt>
                <c:pt idx="102">
                  <c:v>8.53894077</c:v>
                </c:pt>
                <c:pt idx="103">
                  <c:v>8.9469541</c:v>
                </c:pt>
                <c:pt idx="104">
                  <c:v>9.29487713</c:v>
                </c:pt>
                <c:pt idx="105">
                  <c:v>11.96100056</c:v>
                </c:pt>
                <c:pt idx="106">
                  <c:v>12.4789412</c:v>
                </c:pt>
                <c:pt idx="107">
                  <c:v>11.79742763</c:v>
                </c:pt>
                <c:pt idx="108">
                  <c:v>11.37285592</c:v>
                </c:pt>
                <c:pt idx="109">
                  <c:v>12.19265671</c:v>
                </c:pt>
                <c:pt idx="110">
                  <c:v>12.33910781</c:v>
                </c:pt>
                <c:pt idx="111">
                  <c:v>13.97577592</c:v>
                </c:pt>
                <c:pt idx="112">
                  <c:v>14.1894039</c:v>
                </c:pt>
                <c:pt idx="113">
                  <c:v>13.50422658</c:v>
                </c:pt>
                <c:pt idx="114">
                  <c:v>11.69876763</c:v>
                </c:pt>
                <c:pt idx="115">
                  <c:v>11.48821187</c:v>
                </c:pt>
                <c:pt idx="116">
                  <c:v>12.74109353</c:v>
                </c:pt>
                <c:pt idx="117">
                  <c:v>15.4532153</c:v>
                </c:pt>
                <c:pt idx="118">
                  <c:v>14.48050411</c:v>
                </c:pt>
                <c:pt idx="119">
                  <c:v>13.96507169</c:v>
                </c:pt>
                <c:pt idx="120">
                  <c:v>14.11904531</c:v>
                </c:pt>
                <c:pt idx="121">
                  <c:v>13.54380928</c:v>
                </c:pt>
                <c:pt idx="122">
                  <c:v>13.10542002</c:v>
                </c:pt>
                <c:pt idx="123">
                  <c:v>14.37968509</c:v>
                </c:pt>
                <c:pt idx="124">
                  <c:v>13.24719689</c:v>
                </c:pt>
                <c:pt idx="125">
                  <c:v>14.60294411</c:v>
                </c:pt>
                <c:pt idx="126">
                  <c:v>13.18203557</c:v>
                </c:pt>
                <c:pt idx="127">
                  <c:v>13.81574196</c:v>
                </c:pt>
                <c:pt idx="128">
                  <c:v>11.85760587</c:v>
                </c:pt>
                <c:pt idx="129">
                  <c:v>11.65311824</c:v>
                </c:pt>
                <c:pt idx="130">
                  <c:v>12.38039261</c:v>
                </c:pt>
                <c:pt idx="131">
                  <c:v>10.82958333</c:v>
                </c:pt>
                <c:pt idx="132">
                  <c:v>11.40666925</c:v>
                </c:pt>
                <c:pt idx="133">
                  <c:v>10.74841202</c:v>
                </c:pt>
                <c:pt idx="134">
                  <c:v>9.7873802</c:v>
                </c:pt>
                <c:pt idx="135">
                  <c:v>11.09075547</c:v>
                </c:pt>
                <c:pt idx="136">
                  <c:v>9.78887607</c:v>
                </c:pt>
                <c:pt idx="137">
                  <c:v>9.41743543</c:v>
                </c:pt>
                <c:pt idx="138">
                  <c:v>9.70455972</c:v>
                </c:pt>
                <c:pt idx="139">
                  <c:v>11.06146044</c:v>
                </c:pt>
                <c:pt idx="140">
                  <c:v>13.55551014</c:v>
                </c:pt>
                <c:pt idx="141">
                  <c:v>12.75838168</c:v>
                </c:pt>
                <c:pt idx="142">
                  <c:v>12.2150286</c:v>
                </c:pt>
                <c:pt idx="143">
                  <c:v>11.5559421</c:v>
                </c:pt>
                <c:pt idx="144">
                  <c:v>14.67057469</c:v>
                </c:pt>
                <c:pt idx="145">
                  <c:v>16.70340166</c:v>
                </c:pt>
                <c:pt idx="146">
                  <c:v>20.62530856</c:v>
                </c:pt>
                <c:pt idx="147">
                  <c:v>21.09530542</c:v>
                </c:pt>
                <c:pt idx="148">
                  <c:v>18.50736082</c:v>
                </c:pt>
                <c:pt idx="149">
                  <c:v>20.00018287</c:v>
                </c:pt>
                <c:pt idx="150">
                  <c:v>18.74271813</c:v>
                </c:pt>
                <c:pt idx="151">
                  <c:v>21.96297351</c:v>
                </c:pt>
                <c:pt idx="152">
                  <c:v>20.47183453</c:v>
                </c:pt>
                <c:pt idx="153">
                  <c:v>21.42901431</c:v>
                </c:pt>
                <c:pt idx="154">
                  <c:v>20.77897169</c:v>
                </c:pt>
                <c:pt idx="155">
                  <c:v>21.34300691</c:v>
                </c:pt>
                <c:pt idx="156">
                  <c:v>22.36374862</c:v>
                </c:pt>
                <c:pt idx="157">
                  <c:v>22.11931329</c:v>
                </c:pt>
                <c:pt idx="158">
                  <c:v>21.75399029</c:v>
                </c:pt>
                <c:pt idx="159">
                  <c:v>22.32442685</c:v>
                </c:pt>
                <c:pt idx="160">
                  <c:v>24.73288083</c:v>
                </c:pt>
                <c:pt idx="161">
                  <c:v>25.55864734</c:v>
                </c:pt>
                <c:pt idx="162">
                  <c:v>24.8909924</c:v>
                </c:pt>
                <c:pt idx="163">
                  <c:v>26.93516966</c:v>
                </c:pt>
                <c:pt idx="164">
                  <c:v>27.87603167</c:v>
                </c:pt>
                <c:pt idx="165">
                  <c:v>27.12195663</c:v>
                </c:pt>
                <c:pt idx="166">
                  <c:v>29.4974189</c:v>
                </c:pt>
                <c:pt idx="167">
                  <c:v>28.94648455</c:v>
                </c:pt>
                <c:pt idx="168">
                  <c:v>29.34743909</c:v>
                </c:pt>
                <c:pt idx="169">
                  <c:v>29.51437829</c:v>
                </c:pt>
                <c:pt idx="170">
                  <c:v>29.90501623</c:v>
                </c:pt>
                <c:pt idx="171">
                  <c:v>31.25959974</c:v>
                </c:pt>
                <c:pt idx="172">
                  <c:v>31.03617112</c:v>
                </c:pt>
                <c:pt idx="173">
                  <c:v>31.67633498</c:v>
                </c:pt>
                <c:pt idx="174">
                  <c:v>31.2093644</c:v>
                </c:pt>
                <c:pt idx="175">
                  <c:v>31.62606016</c:v>
                </c:pt>
                <c:pt idx="176">
                  <c:v>30.71002016</c:v>
                </c:pt>
                <c:pt idx="177">
                  <c:v>30.74512697</c:v>
                </c:pt>
                <c:pt idx="178">
                  <c:v>32.65899952</c:v>
                </c:pt>
                <c:pt idx="179">
                  <c:v>32.89499885</c:v>
                </c:pt>
                <c:pt idx="180">
                  <c:v>32.58564715</c:v>
                </c:pt>
                <c:pt idx="181">
                  <c:v>32.83556776</c:v>
                </c:pt>
                <c:pt idx="182">
                  <c:v>34.22186466</c:v>
                </c:pt>
                <c:pt idx="183">
                  <c:v>34.26337675</c:v>
                </c:pt>
                <c:pt idx="184">
                  <c:v>34.06621759</c:v>
                </c:pt>
                <c:pt idx="185">
                  <c:v>33.66180211</c:v>
                </c:pt>
                <c:pt idx="186">
                  <c:v>32.94149686</c:v>
                </c:pt>
                <c:pt idx="187">
                  <c:v>32.1783384</c:v>
                </c:pt>
                <c:pt idx="188">
                  <c:v>33.06798109</c:v>
                </c:pt>
                <c:pt idx="189">
                  <c:v>32.67215837</c:v>
                </c:pt>
                <c:pt idx="190">
                  <c:v>33.81363236</c:v>
                </c:pt>
                <c:pt idx="191">
                  <c:v>33.90512131</c:v>
                </c:pt>
                <c:pt idx="192">
                  <c:v>30.81571162</c:v>
                </c:pt>
                <c:pt idx="193">
                  <c:v>32.12428478</c:v>
                </c:pt>
                <c:pt idx="194">
                  <c:v>33.41853956</c:v>
                </c:pt>
                <c:pt idx="195">
                  <c:v>31.82309284</c:v>
                </c:pt>
                <c:pt idx="196">
                  <c:v>31.15307287</c:v>
                </c:pt>
                <c:pt idx="197">
                  <c:v>31.71678921</c:v>
                </c:pt>
                <c:pt idx="198">
                  <c:v>30.57581268</c:v>
                </c:pt>
                <c:pt idx="199">
                  <c:v>32.94916185</c:v>
                </c:pt>
                <c:pt idx="200">
                  <c:v>34.16671728</c:v>
                </c:pt>
                <c:pt idx="201">
                  <c:v>34.13425429</c:v>
                </c:pt>
                <c:pt idx="202">
                  <c:v>33.17802615</c:v>
                </c:pt>
                <c:pt idx="203">
                  <c:v>33.19030943</c:v>
                </c:pt>
                <c:pt idx="204">
                  <c:v>31.79374618</c:v>
                </c:pt>
                <c:pt idx="205">
                  <c:v>33.18294899</c:v>
                </c:pt>
                <c:pt idx="206">
                  <c:v>33.3131413</c:v>
                </c:pt>
                <c:pt idx="207">
                  <c:v>32.51738279</c:v>
                </c:pt>
                <c:pt idx="208">
                  <c:v>33.33510624</c:v>
                </c:pt>
                <c:pt idx="209">
                  <c:v>31.68940339</c:v>
                </c:pt>
                <c:pt idx="210">
                  <c:v>31.24009633</c:v>
                </c:pt>
                <c:pt idx="211">
                  <c:v>31.30094113</c:v>
                </c:pt>
                <c:pt idx="212">
                  <c:v>27.2302193</c:v>
                </c:pt>
                <c:pt idx="213">
                  <c:v>26.65746842</c:v>
                </c:pt>
                <c:pt idx="214">
                  <c:v>25.00418337</c:v>
                </c:pt>
                <c:pt idx="215">
                  <c:v>26.71063726</c:v>
                </c:pt>
                <c:pt idx="216">
                  <c:v>24.73511747</c:v>
                </c:pt>
                <c:pt idx="217">
                  <c:v>26.73441767</c:v>
                </c:pt>
                <c:pt idx="218">
                  <c:v>25.65992319</c:v>
                </c:pt>
                <c:pt idx="219">
                  <c:v>26.24114705</c:v>
                </c:pt>
                <c:pt idx="220">
                  <c:v>25.6629104</c:v>
                </c:pt>
                <c:pt idx="221">
                  <c:v>25.92799079</c:v>
                </c:pt>
                <c:pt idx="222">
                  <c:v>24.97407627</c:v>
                </c:pt>
                <c:pt idx="223">
                  <c:v>24.985214</c:v>
                </c:pt>
                <c:pt idx="224">
                  <c:v>24.29383663</c:v>
                </c:pt>
                <c:pt idx="225">
                  <c:v>25.30376506</c:v>
                </c:pt>
                <c:pt idx="226">
                  <c:v>20.2745298</c:v>
                </c:pt>
                <c:pt idx="227">
                  <c:v>18.56445598</c:v>
                </c:pt>
                <c:pt idx="228">
                  <c:v>17.77371273</c:v>
                </c:pt>
                <c:pt idx="229">
                  <c:v>18.39818314</c:v>
                </c:pt>
                <c:pt idx="230">
                  <c:v>17.73193546</c:v>
                </c:pt>
                <c:pt idx="231">
                  <c:v>19.88351886</c:v>
                </c:pt>
                <c:pt idx="232">
                  <c:v>18.33886141</c:v>
                </c:pt>
                <c:pt idx="233">
                  <c:v>17.62552218</c:v>
                </c:pt>
                <c:pt idx="234">
                  <c:v>18.39619871</c:v>
                </c:pt>
                <c:pt idx="235">
                  <c:v>19.73428986</c:v>
                </c:pt>
                <c:pt idx="236">
                  <c:v>20.61959367</c:v>
                </c:pt>
                <c:pt idx="237">
                  <c:v>19.53004692</c:v>
                </c:pt>
                <c:pt idx="238">
                  <c:v>22.77700669</c:v>
                </c:pt>
                <c:pt idx="239">
                  <c:v>20.03875316</c:v>
                </c:pt>
                <c:pt idx="240">
                  <c:v>21.34862095</c:v>
                </c:pt>
                <c:pt idx="241">
                  <c:v>23.34596177</c:v>
                </c:pt>
                <c:pt idx="242">
                  <c:v>22.63592537</c:v>
                </c:pt>
                <c:pt idx="243">
                  <c:v>23.45964179</c:v>
                </c:pt>
                <c:pt idx="244">
                  <c:v>23.57665278</c:v>
                </c:pt>
                <c:pt idx="245">
                  <c:v>25.52027203</c:v>
                </c:pt>
                <c:pt idx="246">
                  <c:v>27.50470853</c:v>
                </c:pt>
                <c:pt idx="247">
                  <c:v>27.93585125</c:v>
                </c:pt>
                <c:pt idx="248">
                  <c:v>25.94357511</c:v>
                </c:pt>
                <c:pt idx="249">
                  <c:v>27.30517589</c:v>
                </c:pt>
                <c:pt idx="250">
                  <c:v>31.78300221</c:v>
                </c:pt>
                <c:pt idx="251">
                  <c:v>32.07365867</c:v>
                </c:pt>
                <c:pt idx="252">
                  <c:v>30.2617221</c:v>
                </c:pt>
                <c:pt idx="253">
                  <c:v>29.39667984</c:v>
                </c:pt>
                <c:pt idx="254">
                  <c:v>30.86024624</c:v>
                </c:pt>
                <c:pt idx="255">
                  <c:v>29.39181412</c:v>
                </c:pt>
                <c:pt idx="256">
                  <c:v>29.5348038</c:v>
                </c:pt>
                <c:pt idx="257">
                  <c:v>31.03674595</c:v>
                </c:pt>
                <c:pt idx="258">
                  <c:v>21.30371482</c:v>
                </c:pt>
                <c:pt idx="259">
                  <c:v>22.65884621</c:v>
                </c:pt>
                <c:pt idx="260">
                  <c:v>21.57337369</c:v>
                </c:pt>
                <c:pt idx="261">
                  <c:v>22.74510117</c:v>
                </c:pt>
                <c:pt idx="262">
                  <c:v>25.87011831</c:v>
                </c:pt>
                <c:pt idx="263">
                  <c:v>26.2884765</c:v>
                </c:pt>
                <c:pt idx="264">
                  <c:v>26.91461602</c:v>
                </c:pt>
                <c:pt idx="265">
                  <c:v>26.36118692</c:v>
                </c:pt>
                <c:pt idx="266">
                  <c:v>27.28609944</c:v>
                </c:pt>
                <c:pt idx="267">
                  <c:v>28.96306081</c:v>
                </c:pt>
                <c:pt idx="268">
                  <c:v>29.38539241</c:v>
                </c:pt>
                <c:pt idx="269">
                  <c:v>25.98306142</c:v>
                </c:pt>
                <c:pt idx="270">
                  <c:v>27.25164733</c:v>
                </c:pt>
                <c:pt idx="271">
                  <c:v>26.38123607</c:v>
                </c:pt>
                <c:pt idx="272">
                  <c:v>29.91123338</c:v>
                </c:pt>
                <c:pt idx="273">
                  <c:v>31.55525774</c:v>
                </c:pt>
                <c:pt idx="274">
                  <c:v>32.55909007</c:v>
                </c:pt>
                <c:pt idx="275">
                  <c:v>38.00850166</c:v>
                </c:pt>
                <c:pt idx="276">
                  <c:v>37.29040226</c:v>
                </c:pt>
                <c:pt idx="277">
                  <c:v>36.41884987</c:v>
                </c:pt>
                <c:pt idx="278">
                  <c:v>36.79776997</c:v>
                </c:pt>
                <c:pt idx="279">
                  <c:v>37.34402105</c:v>
                </c:pt>
                <c:pt idx="280">
                  <c:v>37.003862</c:v>
                </c:pt>
                <c:pt idx="281">
                  <c:v>35.56000881</c:v>
                </c:pt>
                <c:pt idx="282">
                  <c:v>36.27848794</c:v>
                </c:pt>
                <c:pt idx="283">
                  <c:v>36.50957069</c:v>
                </c:pt>
                <c:pt idx="284">
                  <c:v>36.60418799</c:v>
                </c:pt>
                <c:pt idx="285">
                  <c:v>35.05414224</c:v>
                </c:pt>
                <c:pt idx="286">
                  <c:v>33.69887035</c:v>
                </c:pt>
                <c:pt idx="287">
                  <c:v>35.5456538</c:v>
                </c:pt>
                <c:pt idx="288">
                  <c:v>36.66016049</c:v>
                </c:pt>
                <c:pt idx="289">
                  <c:v>32.32135599</c:v>
                </c:pt>
                <c:pt idx="290">
                  <c:v>31.79551964</c:v>
                </c:pt>
                <c:pt idx="291">
                  <c:v>33.26684295</c:v>
                </c:pt>
                <c:pt idx="292">
                  <c:v>32.87794769</c:v>
                </c:pt>
                <c:pt idx="293">
                  <c:v>32.86573125</c:v>
                </c:pt>
                <c:pt idx="294">
                  <c:v>33.56093833</c:v>
                </c:pt>
                <c:pt idx="295">
                  <c:v>32.50712907</c:v>
                </c:pt>
                <c:pt idx="296">
                  <c:v>32.18597555</c:v>
                </c:pt>
                <c:pt idx="297">
                  <c:v>32.78594215</c:v>
                </c:pt>
                <c:pt idx="298">
                  <c:v>32.25415001</c:v>
                </c:pt>
                <c:pt idx="299">
                  <c:v>31.24979592</c:v>
                </c:pt>
                <c:pt idx="300">
                  <c:v>30.73765833</c:v>
                </c:pt>
                <c:pt idx="301">
                  <c:v>31.10675037</c:v>
                </c:pt>
                <c:pt idx="302">
                  <c:v>31.51957021</c:v>
                </c:pt>
                <c:pt idx="303">
                  <c:v>32.25098823</c:v>
                </c:pt>
                <c:pt idx="304">
                  <c:v>29.98099263</c:v>
                </c:pt>
                <c:pt idx="305">
                  <c:v>28.45671109</c:v>
                </c:pt>
                <c:pt idx="306">
                  <c:v>27.85753955</c:v>
                </c:pt>
                <c:pt idx="307">
                  <c:v>27.18302331</c:v>
                </c:pt>
                <c:pt idx="308">
                  <c:v>25.89650515</c:v>
                </c:pt>
                <c:pt idx="309">
                  <c:v>18.85724692</c:v>
                </c:pt>
                <c:pt idx="310">
                  <c:v>22.00236237</c:v>
                </c:pt>
                <c:pt idx="311">
                  <c:v>20.66108751</c:v>
                </c:pt>
                <c:pt idx="312">
                  <c:v>23.78611089</c:v>
                </c:pt>
                <c:pt idx="313">
                  <c:v>23.44227928</c:v>
                </c:pt>
                <c:pt idx="314">
                  <c:v>23.43236662</c:v>
                </c:pt>
                <c:pt idx="315">
                  <c:v>26.10924201</c:v>
                </c:pt>
                <c:pt idx="316">
                  <c:v>25.88807184</c:v>
                </c:pt>
                <c:pt idx="317">
                  <c:v>25.25881758</c:v>
                </c:pt>
                <c:pt idx="318">
                  <c:v>20.54219291</c:v>
                </c:pt>
                <c:pt idx="319">
                  <c:v>22.41608394</c:v>
                </c:pt>
                <c:pt idx="320">
                  <c:v>22.32084232</c:v>
                </c:pt>
                <c:pt idx="321">
                  <c:v>22.35118387</c:v>
                </c:pt>
                <c:pt idx="322">
                  <c:v>24.70885498</c:v>
                </c:pt>
                <c:pt idx="323">
                  <c:v>25.00217765</c:v>
                </c:pt>
                <c:pt idx="324">
                  <c:v>27.52147706</c:v>
                </c:pt>
                <c:pt idx="325">
                  <c:v>23.19112462</c:v>
                </c:pt>
                <c:pt idx="326">
                  <c:v>24.25991054</c:v>
                </c:pt>
                <c:pt idx="327">
                  <c:v>26.99128632</c:v>
                </c:pt>
                <c:pt idx="328">
                  <c:v>25.81776153</c:v>
                </c:pt>
                <c:pt idx="329">
                  <c:v>24.222995</c:v>
                </c:pt>
                <c:pt idx="330">
                  <c:v>25.03347084</c:v>
                </c:pt>
                <c:pt idx="331">
                  <c:v>25.45968539</c:v>
                </c:pt>
                <c:pt idx="332">
                  <c:v>24.85753889</c:v>
                </c:pt>
                <c:pt idx="333">
                  <c:v>25.04419546</c:v>
                </c:pt>
                <c:pt idx="334">
                  <c:v>24.64478383</c:v>
                </c:pt>
                <c:pt idx="335">
                  <c:v>23.63070448</c:v>
                </c:pt>
                <c:pt idx="336">
                  <c:v>23.67321454</c:v>
                </c:pt>
                <c:pt idx="337">
                  <c:v>24.2460269</c:v>
                </c:pt>
                <c:pt idx="338">
                  <c:v>29.36862196</c:v>
                </c:pt>
                <c:pt idx="339">
                  <c:v>34.48785882</c:v>
                </c:pt>
                <c:pt idx="340">
                  <c:v>34.87267921</c:v>
                </c:pt>
                <c:pt idx="341">
                  <c:v>33.59921641</c:v>
                </c:pt>
                <c:pt idx="342">
                  <c:v>33.68795241</c:v>
                </c:pt>
                <c:pt idx="343">
                  <c:v>36.16769505</c:v>
                </c:pt>
                <c:pt idx="344">
                  <c:v>34.17432711</c:v>
                </c:pt>
                <c:pt idx="345">
                  <c:v>33.78664779</c:v>
                </c:pt>
                <c:pt idx="346">
                  <c:v>35.28575654</c:v>
                </c:pt>
                <c:pt idx="347">
                  <c:v>36.4140775</c:v>
                </c:pt>
                <c:pt idx="348">
                  <c:v>36.77839206</c:v>
                </c:pt>
                <c:pt idx="349">
                  <c:v>38.79975689</c:v>
                </c:pt>
                <c:pt idx="350">
                  <c:v>37.96367382</c:v>
                </c:pt>
                <c:pt idx="351">
                  <c:v>41.39070867</c:v>
                </c:pt>
                <c:pt idx="352">
                  <c:v>42.24423958</c:v>
                </c:pt>
                <c:pt idx="353">
                  <c:v>47.76017865</c:v>
                </c:pt>
                <c:pt idx="354">
                  <c:v>45.97830269</c:v>
                </c:pt>
                <c:pt idx="355">
                  <c:v>44.74914489</c:v>
                </c:pt>
                <c:pt idx="356">
                  <c:v>46.06200235</c:v>
                </c:pt>
                <c:pt idx="357">
                  <c:v>45.61320479</c:v>
                </c:pt>
                <c:pt idx="358">
                  <c:v>46.90325282</c:v>
                </c:pt>
                <c:pt idx="359">
                  <c:v>47.95923195</c:v>
                </c:pt>
                <c:pt idx="360">
                  <c:v>45.46940565</c:v>
                </c:pt>
                <c:pt idx="361">
                  <c:v>45.11905271</c:v>
                </c:pt>
                <c:pt idx="362">
                  <c:v>47.00796969</c:v>
                </c:pt>
                <c:pt idx="363">
                  <c:v>47.3856014</c:v>
                </c:pt>
                <c:pt idx="364">
                  <c:v>43.18902145</c:v>
                </c:pt>
                <c:pt idx="365">
                  <c:v>44.6842275</c:v>
                </c:pt>
                <c:pt idx="366">
                  <c:v>43.8096221</c:v>
                </c:pt>
                <c:pt idx="367">
                  <c:v>42.88085772</c:v>
                </c:pt>
                <c:pt idx="368">
                  <c:v>42.32933761</c:v>
                </c:pt>
                <c:pt idx="369">
                  <c:v>42.10402031</c:v>
                </c:pt>
                <c:pt idx="370">
                  <c:v>41.2362232</c:v>
                </c:pt>
                <c:pt idx="371">
                  <c:v>40.05711763</c:v>
                </c:pt>
                <c:pt idx="372">
                  <c:v>40.26158064</c:v>
                </c:pt>
                <c:pt idx="373">
                  <c:v>39.28819583</c:v>
                </c:pt>
                <c:pt idx="374">
                  <c:v>38.37542908</c:v>
                </c:pt>
                <c:pt idx="375">
                  <c:v>38.29696482</c:v>
                </c:pt>
                <c:pt idx="376">
                  <c:v>34.37412447</c:v>
                </c:pt>
                <c:pt idx="377">
                  <c:v>33.69103484</c:v>
                </c:pt>
                <c:pt idx="378">
                  <c:v>34.29794529</c:v>
                </c:pt>
                <c:pt idx="379">
                  <c:v>34.99366899</c:v>
                </c:pt>
                <c:pt idx="380">
                  <c:v>35.96206802</c:v>
                </c:pt>
                <c:pt idx="381">
                  <c:v>31.82139624</c:v>
                </c:pt>
                <c:pt idx="382">
                  <c:v>28.85666651</c:v>
                </c:pt>
                <c:pt idx="383">
                  <c:v>26.6665492</c:v>
                </c:pt>
                <c:pt idx="384">
                  <c:v>27.25853756</c:v>
                </c:pt>
                <c:pt idx="385">
                  <c:v>27.80176285</c:v>
                </c:pt>
                <c:pt idx="386">
                  <c:v>26.32419758</c:v>
                </c:pt>
                <c:pt idx="387">
                  <c:v>30.51571899</c:v>
                </c:pt>
                <c:pt idx="388">
                  <c:v>30.79150248</c:v>
                </c:pt>
                <c:pt idx="389">
                  <c:v>32.50169901</c:v>
                </c:pt>
                <c:pt idx="390">
                  <c:v>32.16525001</c:v>
                </c:pt>
                <c:pt idx="391">
                  <c:v>33.16578175</c:v>
                </c:pt>
                <c:pt idx="392">
                  <c:v>34.88162758</c:v>
                </c:pt>
                <c:pt idx="393">
                  <c:v>34.46917183</c:v>
                </c:pt>
                <c:pt idx="394">
                  <c:v>35.14764054</c:v>
                </c:pt>
                <c:pt idx="395">
                  <c:v>37.4719425</c:v>
                </c:pt>
                <c:pt idx="396">
                  <c:v>39.53103259</c:v>
                </c:pt>
                <c:pt idx="397">
                  <c:v>37.12097047</c:v>
                </c:pt>
                <c:pt idx="398">
                  <c:v>40.68328058</c:v>
                </c:pt>
                <c:pt idx="399">
                  <c:v>40.51772876</c:v>
                </c:pt>
                <c:pt idx="400">
                  <c:v>40.60790797</c:v>
                </c:pt>
                <c:pt idx="401">
                  <c:v>40.81494688</c:v>
                </c:pt>
                <c:pt idx="402">
                  <c:v>41.8929841</c:v>
                </c:pt>
                <c:pt idx="403">
                  <c:v>36.24789644</c:v>
                </c:pt>
                <c:pt idx="404">
                  <c:v>35.32001345</c:v>
                </c:pt>
                <c:pt idx="405">
                  <c:v>33.2466672</c:v>
                </c:pt>
                <c:pt idx="406">
                  <c:v>36.53129</c:v>
                </c:pt>
                <c:pt idx="407">
                  <c:v>39.25367421</c:v>
                </c:pt>
                <c:pt idx="408">
                  <c:v>40.46448302</c:v>
                </c:pt>
                <c:pt idx="409">
                  <c:v>38.83017656</c:v>
                </c:pt>
                <c:pt idx="410">
                  <c:v>37.57028986</c:v>
                </c:pt>
                <c:pt idx="411">
                  <c:v>37.15331075</c:v>
                </c:pt>
                <c:pt idx="412">
                  <c:v>38.07361741</c:v>
                </c:pt>
                <c:pt idx="413">
                  <c:v>37.72989053</c:v>
                </c:pt>
                <c:pt idx="414">
                  <c:v>36.89299939</c:v>
                </c:pt>
                <c:pt idx="415">
                  <c:v>34.53528962</c:v>
                </c:pt>
                <c:pt idx="416">
                  <c:v>36.06345509</c:v>
                </c:pt>
                <c:pt idx="417">
                  <c:v>36.44426498</c:v>
                </c:pt>
                <c:pt idx="418">
                  <c:v>39.61814016</c:v>
                </c:pt>
                <c:pt idx="419">
                  <c:v>37.30542166</c:v>
                </c:pt>
                <c:pt idx="420">
                  <c:v>36.40394457</c:v>
                </c:pt>
                <c:pt idx="421">
                  <c:v>36.25050904</c:v>
                </c:pt>
                <c:pt idx="422">
                  <c:v>34.75410299</c:v>
                </c:pt>
                <c:pt idx="423">
                  <c:v>38.17398408</c:v>
                </c:pt>
                <c:pt idx="424">
                  <c:v>38.93331812</c:v>
                </c:pt>
                <c:pt idx="425">
                  <c:v>41.40891067</c:v>
                </c:pt>
                <c:pt idx="426">
                  <c:v>40.89564173</c:v>
                </c:pt>
                <c:pt idx="427">
                  <c:v>40.89337316</c:v>
                </c:pt>
                <c:pt idx="428">
                  <c:v>47.7800872</c:v>
                </c:pt>
                <c:pt idx="429">
                  <c:v>45.87925071</c:v>
                </c:pt>
                <c:pt idx="430">
                  <c:v>47.52692018</c:v>
                </c:pt>
                <c:pt idx="431">
                  <c:v>50.27336328</c:v>
                </c:pt>
                <c:pt idx="432">
                  <c:v>52.36247934</c:v>
                </c:pt>
                <c:pt idx="433">
                  <c:v>54.80462792</c:v>
                </c:pt>
                <c:pt idx="434">
                  <c:v>52.07512039</c:v>
                </c:pt>
                <c:pt idx="435">
                  <c:v>52.28663639</c:v>
                </c:pt>
                <c:pt idx="436">
                  <c:v>52.2527053</c:v>
                </c:pt>
                <c:pt idx="437">
                  <c:v>56.04910716</c:v>
                </c:pt>
                <c:pt idx="438">
                  <c:v>53.98341727</c:v>
                </c:pt>
                <c:pt idx="439">
                  <c:v>54.13293888</c:v>
                </c:pt>
                <c:pt idx="440">
                  <c:v>53.48400441</c:v>
                </c:pt>
                <c:pt idx="441">
                  <c:v>54.72489104</c:v>
                </c:pt>
                <c:pt idx="442">
                  <c:v>51.94438034</c:v>
                </c:pt>
                <c:pt idx="443">
                  <c:v>52.63478438</c:v>
                </c:pt>
                <c:pt idx="444">
                  <c:v>51.23938219</c:v>
                </c:pt>
                <c:pt idx="445">
                  <c:v>49.1671323</c:v>
                </c:pt>
                <c:pt idx="446">
                  <c:v>48.93532297</c:v>
                </c:pt>
                <c:pt idx="447">
                  <c:v>48.06699795</c:v>
                </c:pt>
                <c:pt idx="448">
                  <c:v>49.04389808</c:v>
                </c:pt>
                <c:pt idx="449">
                  <c:v>49.533441</c:v>
                </c:pt>
                <c:pt idx="450">
                  <c:v>49.47232165</c:v>
                </c:pt>
                <c:pt idx="451">
                  <c:v>50.57513152</c:v>
                </c:pt>
                <c:pt idx="452">
                  <c:v>50.67978902</c:v>
                </c:pt>
                <c:pt idx="453">
                  <c:v>50.0502099</c:v>
                </c:pt>
                <c:pt idx="454">
                  <c:v>49.03853565</c:v>
                </c:pt>
                <c:pt idx="455">
                  <c:v>50.66795393</c:v>
                </c:pt>
                <c:pt idx="456">
                  <c:v>50.24938866</c:v>
                </c:pt>
                <c:pt idx="457">
                  <c:v>50.97566791</c:v>
                </c:pt>
                <c:pt idx="458">
                  <c:v>52.88521022</c:v>
                </c:pt>
                <c:pt idx="459">
                  <c:v>52.13711609</c:v>
                </c:pt>
                <c:pt idx="460">
                  <c:v>54.25688315</c:v>
                </c:pt>
                <c:pt idx="461">
                  <c:v>55.25469733</c:v>
                </c:pt>
                <c:pt idx="462">
                  <c:v>55.43589587</c:v>
                </c:pt>
                <c:pt idx="463">
                  <c:v>56.44673877</c:v>
                </c:pt>
                <c:pt idx="464">
                  <c:v>57.44686243</c:v>
                </c:pt>
                <c:pt idx="465">
                  <c:v>58.14603058</c:v>
                </c:pt>
                <c:pt idx="466">
                  <c:v>57.68713156</c:v>
                </c:pt>
                <c:pt idx="467">
                  <c:v>57.85464718</c:v>
                </c:pt>
                <c:pt idx="468">
                  <c:v>57.78929896</c:v>
                </c:pt>
                <c:pt idx="469">
                  <c:v>58.42479911</c:v>
                </c:pt>
                <c:pt idx="470">
                  <c:v>57.54173825</c:v>
                </c:pt>
                <c:pt idx="471">
                  <c:v>57.67533135</c:v>
                </c:pt>
                <c:pt idx="472">
                  <c:v>59.39424642</c:v>
                </c:pt>
                <c:pt idx="473">
                  <c:v>59.5281053</c:v>
                </c:pt>
                <c:pt idx="474">
                  <c:v>58.99730032</c:v>
                </c:pt>
                <c:pt idx="475">
                  <c:v>57.99260422</c:v>
                </c:pt>
                <c:pt idx="476">
                  <c:v>59.26434573</c:v>
                </c:pt>
                <c:pt idx="477">
                  <c:v>57.75060583</c:v>
                </c:pt>
                <c:pt idx="478">
                  <c:v>58.00650861</c:v>
                </c:pt>
                <c:pt idx="479">
                  <c:v>58.92916708</c:v>
                </c:pt>
                <c:pt idx="480">
                  <c:v>55.93231534</c:v>
                </c:pt>
                <c:pt idx="481">
                  <c:v>56.52589785</c:v>
                </c:pt>
                <c:pt idx="482">
                  <c:v>56.16680302</c:v>
                </c:pt>
                <c:pt idx="483">
                  <c:v>55.34379667</c:v>
                </c:pt>
                <c:pt idx="484">
                  <c:v>54.58106283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5"/>
          <c:min val="-6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573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相对期初等权的季度超额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Ref>
              <c:f>'Chart Data'!$A$2:$A$9</c:f>
              <c:strCache>
                <c:ptCount val="8"/>
                <c:pt idx="0">
                  <c:v>2024Q4</c:v>
                </c:pt>
                <c:pt idx="1">
                  <c:v>2025Q1</c:v>
                </c:pt>
                <c:pt idx="2">
                  <c:v>2025Q2</c:v>
                </c:pt>
                <c:pt idx="3">
                  <c:v>2025Q3</c:v>
                </c:pt>
                <c:pt idx="4">
                  <c:v>2025Q4</c:v>
                </c:pt>
                <c:pt idx="5">
                  <c:v>2026Q1</c:v>
                </c:pt>
                <c:pt idx="6">
                  <c:v>2026Q2</c:v>
                </c:pt>
                <c:pt idx="7">
                  <c:v>2026Q3</c:v>
                </c:pt>
              </c:strCache>
            </c:str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-13.0800278</c:v>
                </c:pt>
                <c:pt idx="1">
                  <c:v>-0.45925118</c:v>
                </c:pt>
                <c:pt idx="2">
                  <c:v>7.62639011</c:v>
                </c:pt>
                <c:pt idx="3">
                  <c:v>2.64949367</c:v>
                </c:pt>
                <c:pt idx="4">
                  <c:v>8.70301928</c:v>
                </c:pt>
                <c:pt idx="5">
                  <c:v>12.69559007</c:v>
                </c:pt>
                <c:pt idx="6">
                  <c:v>-1.5160339</c:v>
                </c:pt>
                <c:pt idx="7">
                  <c:v>8.12145366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-16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主流程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Ref>
              <c:f>'Chart Data'!$A$2:$A$243</c:f>
              <c:numCache>
                <c:formatCode>General</c:formatCode>
                <c:ptCount val="242"/>
                <c:pt idx="0">
                  <c:v>45930</c:v>
                </c:pt>
                <c:pt idx="1">
                  <c:v>45939</c:v>
                </c:pt>
                <c:pt idx="2">
                  <c:v>45940</c:v>
                </c:pt>
                <c:pt idx="3">
                  <c:v>45943</c:v>
                </c:pt>
                <c:pt idx="4">
                  <c:v>45944</c:v>
                </c:pt>
                <c:pt idx="5">
                  <c:v>45945</c:v>
                </c:pt>
                <c:pt idx="6">
                  <c:v>45946</c:v>
                </c:pt>
                <c:pt idx="7">
                  <c:v>45947</c:v>
                </c:pt>
                <c:pt idx="8">
                  <c:v>45950</c:v>
                </c:pt>
                <c:pt idx="9">
                  <c:v>45951</c:v>
                </c:pt>
                <c:pt idx="10">
                  <c:v>45952</c:v>
                </c:pt>
                <c:pt idx="11">
                  <c:v>45953</c:v>
                </c:pt>
                <c:pt idx="12">
                  <c:v>45954</c:v>
                </c:pt>
                <c:pt idx="13">
                  <c:v>45957</c:v>
                </c:pt>
                <c:pt idx="14">
                  <c:v>45958</c:v>
                </c:pt>
                <c:pt idx="15">
                  <c:v>45959</c:v>
                </c:pt>
                <c:pt idx="16">
                  <c:v>45960</c:v>
                </c:pt>
                <c:pt idx="17">
                  <c:v>45961</c:v>
                </c:pt>
                <c:pt idx="18">
                  <c:v>45964</c:v>
                </c:pt>
                <c:pt idx="19">
                  <c:v>45965</c:v>
                </c:pt>
                <c:pt idx="20">
                  <c:v>45966</c:v>
                </c:pt>
                <c:pt idx="21">
                  <c:v>45967</c:v>
                </c:pt>
                <c:pt idx="22">
                  <c:v>45968</c:v>
                </c:pt>
                <c:pt idx="23">
                  <c:v>45971</c:v>
                </c:pt>
                <c:pt idx="24">
                  <c:v>45972</c:v>
                </c:pt>
                <c:pt idx="25">
                  <c:v>45973</c:v>
                </c:pt>
                <c:pt idx="26">
                  <c:v>45974</c:v>
                </c:pt>
                <c:pt idx="27">
                  <c:v>45975</c:v>
                </c:pt>
                <c:pt idx="28">
                  <c:v>45978</c:v>
                </c:pt>
                <c:pt idx="29">
                  <c:v>45979</c:v>
                </c:pt>
                <c:pt idx="30">
                  <c:v>45980</c:v>
                </c:pt>
                <c:pt idx="31">
                  <c:v>45981</c:v>
                </c:pt>
                <c:pt idx="32">
                  <c:v>45982</c:v>
                </c:pt>
                <c:pt idx="33">
                  <c:v>45985</c:v>
                </c:pt>
                <c:pt idx="34">
                  <c:v>45986</c:v>
                </c:pt>
                <c:pt idx="35">
                  <c:v>45987</c:v>
                </c:pt>
                <c:pt idx="36">
                  <c:v>45988</c:v>
                </c:pt>
                <c:pt idx="37">
                  <c:v>45989</c:v>
                </c:pt>
                <c:pt idx="38">
                  <c:v>45992</c:v>
                </c:pt>
                <c:pt idx="39">
                  <c:v>45993</c:v>
                </c:pt>
                <c:pt idx="40">
                  <c:v>45994</c:v>
                </c:pt>
                <c:pt idx="41">
                  <c:v>45995</c:v>
                </c:pt>
                <c:pt idx="42">
                  <c:v>45996</c:v>
                </c:pt>
                <c:pt idx="43">
                  <c:v>45999</c:v>
                </c:pt>
                <c:pt idx="44">
                  <c:v>46000</c:v>
                </c:pt>
                <c:pt idx="45">
                  <c:v>46001</c:v>
                </c:pt>
                <c:pt idx="46">
                  <c:v>46002</c:v>
                </c:pt>
                <c:pt idx="47">
                  <c:v>46003</c:v>
                </c:pt>
                <c:pt idx="48">
                  <c:v>46006</c:v>
                </c:pt>
                <c:pt idx="49">
                  <c:v>46007</c:v>
                </c:pt>
                <c:pt idx="50">
                  <c:v>46008</c:v>
                </c:pt>
                <c:pt idx="51">
                  <c:v>46009</c:v>
                </c:pt>
                <c:pt idx="52">
                  <c:v>46010</c:v>
                </c:pt>
                <c:pt idx="53">
                  <c:v>46013</c:v>
                </c:pt>
                <c:pt idx="54">
                  <c:v>46014</c:v>
                </c:pt>
                <c:pt idx="55">
                  <c:v>46015</c:v>
                </c:pt>
                <c:pt idx="56">
                  <c:v>46016</c:v>
                </c:pt>
                <c:pt idx="57">
                  <c:v>46017</c:v>
                </c:pt>
                <c:pt idx="58">
                  <c:v>46020</c:v>
                </c:pt>
                <c:pt idx="59">
                  <c:v>46021</c:v>
                </c:pt>
                <c:pt idx="60">
                  <c:v>46022</c:v>
                </c:pt>
                <c:pt idx="61">
                  <c:v>46027</c:v>
                </c:pt>
                <c:pt idx="62">
                  <c:v>46028</c:v>
                </c:pt>
                <c:pt idx="63">
                  <c:v>46029</c:v>
                </c:pt>
                <c:pt idx="64">
                  <c:v>46030</c:v>
                </c:pt>
                <c:pt idx="65">
                  <c:v>46031</c:v>
                </c:pt>
                <c:pt idx="66">
                  <c:v>46034</c:v>
                </c:pt>
                <c:pt idx="67">
                  <c:v>46035</c:v>
                </c:pt>
                <c:pt idx="68">
                  <c:v>46036</c:v>
                </c:pt>
                <c:pt idx="69">
                  <c:v>46037</c:v>
                </c:pt>
                <c:pt idx="70">
                  <c:v>46038</c:v>
                </c:pt>
                <c:pt idx="71">
                  <c:v>46041</c:v>
                </c:pt>
                <c:pt idx="72">
                  <c:v>46042</c:v>
                </c:pt>
                <c:pt idx="73">
                  <c:v>46043</c:v>
                </c:pt>
                <c:pt idx="74">
                  <c:v>46044</c:v>
                </c:pt>
                <c:pt idx="75">
                  <c:v>46045</c:v>
                </c:pt>
                <c:pt idx="76">
                  <c:v>46048</c:v>
                </c:pt>
                <c:pt idx="77">
                  <c:v>46049</c:v>
                </c:pt>
                <c:pt idx="78">
                  <c:v>46050</c:v>
                </c:pt>
                <c:pt idx="79">
                  <c:v>46051</c:v>
                </c:pt>
                <c:pt idx="80">
                  <c:v>46052</c:v>
                </c:pt>
                <c:pt idx="81">
                  <c:v>46055</c:v>
                </c:pt>
                <c:pt idx="82">
                  <c:v>46056</c:v>
                </c:pt>
                <c:pt idx="83">
                  <c:v>46057</c:v>
                </c:pt>
                <c:pt idx="84">
                  <c:v>46058</c:v>
                </c:pt>
                <c:pt idx="85">
                  <c:v>46059</c:v>
                </c:pt>
                <c:pt idx="86">
                  <c:v>46062</c:v>
                </c:pt>
                <c:pt idx="87">
                  <c:v>46063</c:v>
                </c:pt>
                <c:pt idx="88">
                  <c:v>46064</c:v>
                </c:pt>
                <c:pt idx="89">
                  <c:v>46065</c:v>
                </c:pt>
                <c:pt idx="90">
                  <c:v>46066</c:v>
                </c:pt>
                <c:pt idx="91">
                  <c:v>46077</c:v>
                </c:pt>
                <c:pt idx="92">
                  <c:v>46078</c:v>
                </c:pt>
                <c:pt idx="93">
                  <c:v>46079</c:v>
                </c:pt>
                <c:pt idx="94">
                  <c:v>46080</c:v>
                </c:pt>
                <c:pt idx="95">
                  <c:v>46083</c:v>
                </c:pt>
                <c:pt idx="96">
                  <c:v>46084</c:v>
                </c:pt>
                <c:pt idx="97">
                  <c:v>46085</c:v>
                </c:pt>
                <c:pt idx="98">
                  <c:v>46086</c:v>
                </c:pt>
                <c:pt idx="99">
                  <c:v>46087</c:v>
                </c:pt>
                <c:pt idx="100">
                  <c:v>46090</c:v>
                </c:pt>
                <c:pt idx="101">
                  <c:v>46091</c:v>
                </c:pt>
                <c:pt idx="102">
                  <c:v>46092</c:v>
                </c:pt>
                <c:pt idx="103">
                  <c:v>46093</c:v>
                </c:pt>
                <c:pt idx="104">
                  <c:v>46094</c:v>
                </c:pt>
                <c:pt idx="105">
                  <c:v>46097</c:v>
                </c:pt>
                <c:pt idx="106">
                  <c:v>46098</c:v>
                </c:pt>
                <c:pt idx="107">
                  <c:v>46099</c:v>
                </c:pt>
                <c:pt idx="108">
                  <c:v>46100</c:v>
                </c:pt>
                <c:pt idx="109">
                  <c:v>46101</c:v>
                </c:pt>
                <c:pt idx="110">
                  <c:v>46104</c:v>
                </c:pt>
                <c:pt idx="111">
                  <c:v>46105</c:v>
                </c:pt>
                <c:pt idx="112">
                  <c:v>46106</c:v>
                </c:pt>
                <c:pt idx="113">
                  <c:v>46107</c:v>
                </c:pt>
                <c:pt idx="114">
                  <c:v>46108</c:v>
                </c:pt>
                <c:pt idx="115">
                  <c:v>46111</c:v>
                </c:pt>
                <c:pt idx="116">
                  <c:v>46112</c:v>
                </c:pt>
                <c:pt idx="117">
                  <c:v>46113</c:v>
                </c:pt>
                <c:pt idx="118">
                  <c:v>46114</c:v>
                </c:pt>
                <c:pt idx="119">
                  <c:v>46115</c:v>
                </c:pt>
                <c:pt idx="120">
                  <c:v>46119</c:v>
                </c:pt>
                <c:pt idx="121">
                  <c:v>46120</c:v>
                </c:pt>
                <c:pt idx="122">
                  <c:v>46121</c:v>
                </c:pt>
                <c:pt idx="123">
                  <c:v>46122</c:v>
                </c:pt>
                <c:pt idx="124">
                  <c:v>46125</c:v>
                </c:pt>
                <c:pt idx="125">
                  <c:v>46126</c:v>
                </c:pt>
                <c:pt idx="126">
                  <c:v>46127</c:v>
                </c:pt>
                <c:pt idx="127">
                  <c:v>46128</c:v>
                </c:pt>
                <c:pt idx="128">
                  <c:v>46129</c:v>
                </c:pt>
                <c:pt idx="129">
                  <c:v>46132</c:v>
                </c:pt>
                <c:pt idx="130">
                  <c:v>46133</c:v>
                </c:pt>
                <c:pt idx="131">
                  <c:v>46134</c:v>
                </c:pt>
                <c:pt idx="132">
                  <c:v>46135</c:v>
                </c:pt>
                <c:pt idx="133">
                  <c:v>46136</c:v>
                </c:pt>
                <c:pt idx="134">
                  <c:v>46139</c:v>
                </c:pt>
                <c:pt idx="135">
                  <c:v>46140</c:v>
                </c:pt>
                <c:pt idx="136">
                  <c:v>46141</c:v>
                </c:pt>
                <c:pt idx="137">
                  <c:v>46142</c:v>
                </c:pt>
                <c:pt idx="138">
                  <c:v>46148</c:v>
                </c:pt>
                <c:pt idx="139">
                  <c:v>46149</c:v>
                </c:pt>
                <c:pt idx="140">
                  <c:v>46150</c:v>
                </c:pt>
                <c:pt idx="141">
                  <c:v>46153</c:v>
                </c:pt>
                <c:pt idx="142">
                  <c:v>46154</c:v>
                </c:pt>
                <c:pt idx="143">
                  <c:v>46155</c:v>
                </c:pt>
                <c:pt idx="144">
                  <c:v>46156</c:v>
                </c:pt>
                <c:pt idx="145">
                  <c:v>46157</c:v>
                </c:pt>
                <c:pt idx="146">
                  <c:v>46160</c:v>
                </c:pt>
                <c:pt idx="147">
                  <c:v>46161</c:v>
                </c:pt>
                <c:pt idx="148">
                  <c:v>46162</c:v>
                </c:pt>
                <c:pt idx="149">
                  <c:v>46163</c:v>
                </c:pt>
                <c:pt idx="150">
                  <c:v>46164</c:v>
                </c:pt>
                <c:pt idx="151">
                  <c:v>46167</c:v>
                </c:pt>
                <c:pt idx="152">
                  <c:v>46168</c:v>
                </c:pt>
                <c:pt idx="153">
                  <c:v>46169</c:v>
                </c:pt>
                <c:pt idx="154">
                  <c:v>46170</c:v>
                </c:pt>
                <c:pt idx="155">
                  <c:v>46171</c:v>
                </c:pt>
                <c:pt idx="156">
                  <c:v>46174</c:v>
                </c:pt>
                <c:pt idx="157">
                  <c:v>46175</c:v>
                </c:pt>
                <c:pt idx="158">
                  <c:v>46176</c:v>
                </c:pt>
                <c:pt idx="159">
                  <c:v>46177</c:v>
                </c:pt>
                <c:pt idx="160">
                  <c:v>46178</c:v>
                </c:pt>
                <c:pt idx="161">
                  <c:v>46181</c:v>
                </c:pt>
                <c:pt idx="162">
                  <c:v>46182</c:v>
                </c:pt>
                <c:pt idx="163">
                  <c:v>46183</c:v>
                </c:pt>
                <c:pt idx="164">
                  <c:v>46184</c:v>
                </c:pt>
                <c:pt idx="165">
                  <c:v>46185</c:v>
                </c:pt>
                <c:pt idx="166">
                  <c:v>46188</c:v>
                </c:pt>
                <c:pt idx="167">
                  <c:v>46189</c:v>
                </c:pt>
                <c:pt idx="168">
                  <c:v>46190</c:v>
                </c:pt>
                <c:pt idx="169">
                  <c:v>46191</c:v>
                </c:pt>
                <c:pt idx="170">
                  <c:v>46195</c:v>
                </c:pt>
                <c:pt idx="171">
                  <c:v>46196</c:v>
                </c:pt>
                <c:pt idx="172">
                  <c:v>46197</c:v>
                </c:pt>
                <c:pt idx="173">
                  <c:v>46198</c:v>
                </c:pt>
                <c:pt idx="174">
                  <c:v>46199</c:v>
                </c:pt>
                <c:pt idx="175">
                  <c:v>46202</c:v>
                </c:pt>
                <c:pt idx="176">
                  <c:v>46203</c:v>
                </c:pt>
                <c:pt idx="177">
                  <c:v>46204</c:v>
                </c:pt>
                <c:pt idx="178">
                  <c:v>46205</c:v>
                </c:pt>
                <c:pt idx="179">
                  <c:v>46206</c:v>
                </c:pt>
                <c:pt idx="180">
                  <c:v>46209</c:v>
                </c:pt>
                <c:pt idx="181">
                  <c:v>46210</c:v>
                </c:pt>
                <c:pt idx="182">
                  <c:v>46211</c:v>
                </c:pt>
                <c:pt idx="183">
                  <c:v>46212</c:v>
                </c:pt>
                <c:pt idx="184">
                  <c:v>46213</c:v>
                </c:pt>
                <c:pt idx="185">
                  <c:v>46216</c:v>
                </c:pt>
                <c:pt idx="186">
                  <c:v>46217</c:v>
                </c:pt>
                <c:pt idx="187">
                  <c:v>46218</c:v>
                </c:pt>
                <c:pt idx="188">
                  <c:v>46219</c:v>
                </c:pt>
                <c:pt idx="189">
                  <c:v>46220</c:v>
                </c:pt>
                <c:pt idx="190">
                  <c:v>46223</c:v>
                </c:pt>
                <c:pt idx="191">
                  <c:v>46224</c:v>
                </c:pt>
                <c:pt idx="192">
                  <c:v>46225</c:v>
                </c:pt>
                <c:pt idx="193">
                  <c:v>46226</c:v>
                </c:pt>
                <c:pt idx="194">
                  <c:v>46227</c:v>
                </c:pt>
                <c:pt idx="195">
                  <c:v>46230</c:v>
                </c:pt>
                <c:pt idx="196">
                  <c:v>46231</c:v>
                </c:pt>
                <c:pt idx="197">
                  <c:v>46232</c:v>
                </c:pt>
                <c:pt idx="198">
                  <c:v>46233</c:v>
                </c:pt>
                <c:pt idx="199">
                  <c:v>46234</c:v>
                </c:pt>
                <c:pt idx="200">
                  <c:v>46237</c:v>
                </c:pt>
                <c:pt idx="201">
                  <c:v>46238</c:v>
                </c:pt>
                <c:pt idx="202">
                  <c:v>46239</c:v>
                </c:pt>
                <c:pt idx="203">
                  <c:v>46240</c:v>
                </c:pt>
                <c:pt idx="204">
                  <c:v>46241</c:v>
                </c:pt>
                <c:pt idx="205">
                  <c:v>46244</c:v>
                </c:pt>
                <c:pt idx="206">
                  <c:v>46245</c:v>
                </c:pt>
                <c:pt idx="207">
                  <c:v>46246</c:v>
                </c:pt>
                <c:pt idx="208">
                  <c:v>46247</c:v>
                </c:pt>
                <c:pt idx="209">
                  <c:v>46248</c:v>
                </c:pt>
                <c:pt idx="210">
                  <c:v>46251</c:v>
                </c:pt>
                <c:pt idx="211">
                  <c:v>46252</c:v>
                </c:pt>
                <c:pt idx="212">
                  <c:v>46253</c:v>
                </c:pt>
                <c:pt idx="213">
                  <c:v>46254</c:v>
                </c:pt>
                <c:pt idx="214">
                  <c:v>46255</c:v>
                </c:pt>
                <c:pt idx="215">
                  <c:v>46258</c:v>
                </c:pt>
                <c:pt idx="216">
                  <c:v>46259</c:v>
                </c:pt>
                <c:pt idx="217">
                  <c:v>46260</c:v>
                </c:pt>
                <c:pt idx="218">
                  <c:v>46261</c:v>
                </c:pt>
                <c:pt idx="219">
                  <c:v>46262</c:v>
                </c:pt>
                <c:pt idx="220">
                  <c:v>46265</c:v>
                </c:pt>
                <c:pt idx="221">
                  <c:v>46266</c:v>
                </c:pt>
                <c:pt idx="222">
                  <c:v>46267</c:v>
                </c:pt>
                <c:pt idx="223">
                  <c:v>46268</c:v>
                </c:pt>
                <c:pt idx="224">
                  <c:v>46269</c:v>
                </c:pt>
                <c:pt idx="225">
                  <c:v>46272</c:v>
                </c:pt>
                <c:pt idx="226">
                  <c:v>46273</c:v>
                </c:pt>
                <c:pt idx="227">
                  <c:v>46274</c:v>
                </c:pt>
                <c:pt idx="228">
                  <c:v>46275</c:v>
                </c:pt>
                <c:pt idx="229">
                  <c:v>46276</c:v>
                </c:pt>
                <c:pt idx="230">
                  <c:v>46279</c:v>
                </c:pt>
                <c:pt idx="231">
                  <c:v>46280</c:v>
                </c:pt>
                <c:pt idx="232">
                  <c:v>46281</c:v>
                </c:pt>
                <c:pt idx="233">
                  <c:v>46282</c:v>
                </c:pt>
                <c:pt idx="234">
                  <c:v>46283</c:v>
                </c:pt>
                <c:pt idx="235">
                  <c:v>46286</c:v>
                </c:pt>
                <c:pt idx="236">
                  <c:v>46287</c:v>
                </c:pt>
                <c:pt idx="237">
                  <c:v>46288</c:v>
                </c:pt>
                <c:pt idx="238">
                  <c:v>46289</c:v>
                </c:pt>
                <c:pt idx="239">
                  <c:v>46293</c:v>
                </c:pt>
                <c:pt idx="240">
                  <c:v>46294</c:v>
                </c:pt>
                <c:pt idx="241">
                  <c:v>46295</c:v>
                </c:pt>
              </c:numCache>
            </c:numRef>
          </c:xVal>
          <c:yVal>
            <c:numRef>
              <c:f>'Chart Data'!$B$2:$B$243</c:f>
              <c:numCache>
                <c:formatCode>0</c:formatCode>
                <c:ptCount val="242"/>
                <c:pt idx="0">
                  <c:v>100</c:v>
                </c:pt>
                <c:pt idx="1">
                  <c:v>99.91419674</c:v>
                </c:pt>
                <c:pt idx="2">
                  <c:v>100.05108734</c:v>
                </c:pt>
                <c:pt idx="3">
                  <c:v>100.18004815</c:v>
                </c:pt>
                <c:pt idx="4">
                  <c:v>100.26496044</c:v>
                </c:pt>
                <c:pt idx="5">
                  <c:v>100.38981197</c:v>
                </c:pt>
                <c:pt idx="6">
                  <c:v>100.13012825</c:v>
                </c:pt>
                <c:pt idx="7">
                  <c:v>99.7573937</c:v>
                </c:pt>
                <c:pt idx="8">
                  <c:v>99.73509403</c:v>
                </c:pt>
                <c:pt idx="9">
                  <c:v>100.25259215</c:v>
                </c:pt>
                <c:pt idx="10">
                  <c:v>100.42871543</c:v>
                </c:pt>
                <c:pt idx="11">
                  <c:v>100.44977849</c:v>
                </c:pt>
                <c:pt idx="12">
                  <c:v>100.4820405</c:v>
                </c:pt>
                <c:pt idx="13">
                  <c:v>100.40622192</c:v>
                </c:pt>
                <c:pt idx="14">
                  <c:v>100.34530226</c:v>
                </c:pt>
                <c:pt idx="15">
                  <c:v>101.19814559</c:v>
                </c:pt>
                <c:pt idx="16">
                  <c:v>100.8897548</c:v>
                </c:pt>
                <c:pt idx="17">
                  <c:v>101.86796114</c:v>
                </c:pt>
                <c:pt idx="18">
                  <c:v>101.72171626</c:v>
                </c:pt>
                <c:pt idx="19">
                  <c:v>101.49108085</c:v>
                </c:pt>
                <c:pt idx="20">
                  <c:v>101.56824374</c:v>
                </c:pt>
                <c:pt idx="21">
                  <c:v>101.63115003</c:v>
                </c:pt>
                <c:pt idx="22">
                  <c:v>101.45424776</c:v>
                </c:pt>
                <c:pt idx="23">
                  <c:v>101.45136565</c:v>
                </c:pt>
                <c:pt idx="24">
                  <c:v>101.6213943</c:v>
                </c:pt>
                <c:pt idx="25">
                  <c:v>101.51676644</c:v>
                </c:pt>
                <c:pt idx="26">
                  <c:v>101.60749936</c:v>
                </c:pt>
                <c:pt idx="27">
                  <c:v>101.52428493</c:v>
                </c:pt>
                <c:pt idx="28">
                  <c:v>101.67538605</c:v>
                </c:pt>
                <c:pt idx="29">
                  <c:v>101.34686329</c:v>
                </c:pt>
                <c:pt idx="30">
                  <c:v>101.19898659</c:v>
                </c:pt>
                <c:pt idx="31">
                  <c:v>100.94395849</c:v>
                </c:pt>
                <c:pt idx="32">
                  <c:v>100.4800409</c:v>
                </c:pt>
                <c:pt idx="33">
                  <c:v>100.52242877</c:v>
                </c:pt>
                <c:pt idx="34">
                  <c:v>100.59092773</c:v>
                </c:pt>
                <c:pt idx="35">
                  <c:v>100.49711292</c:v>
                </c:pt>
                <c:pt idx="36">
                  <c:v>100.34692582</c:v>
                </c:pt>
                <c:pt idx="37">
                  <c:v>100.43904793</c:v>
                </c:pt>
                <c:pt idx="38">
                  <c:v>100.73195731</c:v>
                </c:pt>
                <c:pt idx="39">
                  <c:v>100.57728078</c:v>
                </c:pt>
                <c:pt idx="40">
                  <c:v>100.40330709</c:v>
                </c:pt>
                <c:pt idx="41">
                  <c:v>100.17038648</c:v>
                </c:pt>
                <c:pt idx="42">
                  <c:v>100.39592526</c:v>
                </c:pt>
                <c:pt idx="43">
                  <c:v>100.56483653</c:v>
                </c:pt>
                <c:pt idx="44">
                  <c:v>100.328239</c:v>
                </c:pt>
                <c:pt idx="45">
                  <c:v>100.34548545</c:v>
                </c:pt>
                <c:pt idx="46">
                  <c:v>100.66526502</c:v>
                </c:pt>
                <c:pt idx="47">
                  <c:v>100.59501177</c:v>
                </c:pt>
                <c:pt idx="48">
                  <c:v>100.61860541</c:v>
                </c:pt>
                <c:pt idx="49">
                  <c:v>100.81046733</c:v>
                </c:pt>
                <c:pt idx="50">
                  <c:v>100.76763115</c:v>
                </c:pt>
                <c:pt idx="51">
                  <c:v>100.78595732</c:v>
                </c:pt>
                <c:pt idx="52">
                  <c:v>100.92885728</c:v>
                </c:pt>
                <c:pt idx="53">
                  <c:v>100.92423062</c:v>
                </c:pt>
                <c:pt idx="54">
                  <c:v>100.77018236</c:v>
                </c:pt>
                <c:pt idx="55">
                  <c:v>100.7569504</c:v>
                </c:pt>
                <c:pt idx="56">
                  <c:v>100.8343093</c:v>
                </c:pt>
                <c:pt idx="57">
                  <c:v>100.80343719</c:v>
                </c:pt>
                <c:pt idx="58">
                  <c:v>100.66170504</c:v>
                </c:pt>
                <c:pt idx="59">
                  <c:v>100.59019116</c:v>
                </c:pt>
                <c:pt idx="60">
                  <c:v>100.46860648</c:v>
                </c:pt>
                <c:pt idx="61">
                  <c:v>100.52781706</c:v>
                </c:pt>
                <c:pt idx="62">
                  <c:v>101.08050993</c:v>
                </c:pt>
                <c:pt idx="63">
                  <c:v>100.89328201</c:v>
                </c:pt>
                <c:pt idx="64">
                  <c:v>101.15588474</c:v>
                </c:pt>
                <c:pt idx="65">
                  <c:v>101.25415962</c:v>
                </c:pt>
                <c:pt idx="66">
                  <c:v>101.48842269</c:v>
                </c:pt>
                <c:pt idx="67">
                  <c:v>101.17262681</c:v>
                </c:pt>
                <c:pt idx="68">
                  <c:v>101.20353036</c:v>
                </c:pt>
                <c:pt idx="69">
                  <c:v>101.10814931</c:v>
                </c:pt>
                <c:pt idx="70">
                  <c:v>101.09226467</c:v>
                </c:pt>
                <c:pt idx="71">
                  <c:v>101.1032435</c:v>
                </c:pt>
                <c:pt idx="72">
                  <c:v>101.01213987</c:v>
                </c:pt>
                <c:pt idx="73">
                  <c:v>100.99633081</c:v>
                </c:pt>
                <c:pt idx="74">
                  <c:v>101.19674803</c:v>
                </c:pt>
                <c:pt idx="75">
                  <c:v>101.56684965</c:v>
                </c:pt>
                <c:pt idx="76">
                  <c:v>101.43363579</c:v>
                </c:pt>
                <c:pt idx="77">
                  <c:v>101.33230076</c:v>
                </c:pt>
                <c:pt idx="78">
                  <c:v>101.211789</c:v>
                </c:pt>
                <c:pt idx="79">
                  <c:v>101.18113185</c:v>
                </c:pt>
                <c:pt idx="80">
                  <c:v>101.11238384</c:v>
                </c:pt>
                <c:pt idx="81">
                  <c:v>100.91917828</c:v>
                </c:pt>
                <c:pt idx="82">
                  <c:v>101.00382796</c:v>
                </c:pt>
                <c:pt idx="83">
                  <c:v>101.04877329</c:v>
                </c:pt>
                <c:pt idx="84">
                  <c:v>100.9772434</c:v>
                </c:pt>
                <c:pt idx="85">
                  <c:v>101.01697054</c:v>
                </c:pt>
                <c:pt idx="86">
                  <c:v>101.19015424</c:v>
                </c:pt>
                <c:pt idx="87">
                  <c:v>101.1659989</c:v>
                </c:pt>
                <c:pt idx="88">
                  <c:v>101.05435388</c:v>
                </c:pt>
                <c:pt idx="89">
                  <c:v>101.11368509</c:v>
                </c:pt>
                <c:pt idx="90">
                  <c:v>101.03829479</c:v>
                </c:pt>
                <c:pt idx="91">
                  <c:v>101.10971237</c:v>
                </c:pt>
                <c:pt idx="92">
                  <c:v>101.14498321</c:v>
                </c:pt>
                <c:pt idx="93">
                  <c:v>101.04303831</c:v>
                </c:pt>
                <c:pt idx="94">
                  <c:v>100.95967914</c:v>
                </c:pt>
                <c:pt idx="95">
                  <c:v>100.67239051</c:v>
                </c:pt>
                <c:pt idx="96">
                  <c:v>100.42854958</c:v>
                </c:pt>
                <c:pt idx="97">
                  <c:v>100.45827461</c:v>
                </c:pt>
                <c:pt idx="98">
                  <c:v>100.5583635</c:v>
                </c:pt>
                <c:pt idx="99">
                  <c:v>100.6200941</c:v>
                </c:pt>
                <c:pt idx="100">
                  <c:v>100.28965049</c:v>
                </c:pt>
                <c:pt idx="101">
                  <c:v>100.58132633</c:v>
                </c:pt>
                <c:pt idx="102">
                  <c:v>100.66572434</c:v>
                </c:pt>
                <c:pt idx="103">
                  <c:v>100.69582319</c:v>
                </c:pt>
                <c:pt idx="104">
                  <c:v>100.57730073</c:v>
                </c:pt>
                <c:pt idx="105">
                  <c:v>100.52639931</c:v>
                </c:pt>
                <c:pt idx="106">
                  <c:v>100.32689795</c:v>
                </c:pt>
                <c:pt idx="107">
                  <c:v>100.34208076</c:v>
                </c:pt>
                <c:pt idx="108">
                  <c:v>99.88211584</c:v>
                </c:pt>
                <c:pt idx="109">
                  <c:v>99.65547267</c:v>
                </c:pt>
                <c:pt idx="110">
                  <c:v>99.01089027</c:v>
                </c:pt>
                <c:pt idx="111">
                  <c:v>99.26388823</c:v>
                </c:pt>
                <c:pt idx="112">
                  <c:v>99.56134768</c:v>
                </c:pt>
                <c:pt idx="113">
                  <c:v>99.2342396</c:v>
                </c:pt>
                <c:pt idx="114">
                  <c:v>99.22328257</c:v>
                </c:pt>
                <c:pt idx="115">
                  <c:v>99.41738467</c:v>
                </c:pt>
                <c:pt idx="116">
                  <c:v>99.37154682</c:v>
                </c:pt>
                <c:pt idx="117">
                  <c:v>99.51038019</c:v>
                </c:pt>
                <c:pt idx="118">
                  <c:v>99.50716789</c:v>
                </c:pt>
                <c:pt idx="119">
                  <c:v>99.14415408</c:v>
                </c:pt>
                <c:pt idx="120">
                  <c:v>99.13732549</c:v>
                </c:pt>
                <c:pt idx="121">
                  <c:v>99.74889223</c:v>
                </c:pt>
                <c:pt idx="122">
                  <c:v>99.48571307</c:v>
                </c:pt>
                <c:pt idx="123">
                  <c:v>100.14422367</c:v>
                </c:pt>
                <c:pt idx="124">
                  <c:v>99.60519064</c:v>
                </c:pt>
                <c:pt idx="125">
                  <c:v>100.12004602</c:v>
                </c:pt>
                <c:pt idx="126">
                  <c:v>99.95775923</c:v>
                </c:pt>
                <c:pt idx="127">
                  <c:v>100.4174686</c:v>
                </c:pt>
                <c:pt idx="128">
                  <c:v>103.27420764</c:v>
                </c:pt>
                <c:pt idx="129">
                  <c:v>104.27883928</c:v>
                </c:pt>
                <c:pt idx="130">
                  <c:v>102.47440079</c:v>
                </c:pt>
                <c:pt idx="131">
                  <c:v>103.15859691</c:v>
                </c:pt>
                <c:pt idx="132">
                  <c:v>100.69285703</c:v>
                </c:pt>
                <c:pt idx="133">
                  <c:v>97.84388232</c:v>
                </c:pt>
                <c:pt idx="134">
                  <c:v>96.93372573</c:v>
                </c:pt>
                <c:pt idx="135">
                  <c:v>95.28706667</c:v>
                </c:pt>
                <c:pt idx="136">
                  <c:v>96.0703574</c:v>
                </c:pt>
                <c:pt idx="137">
                  <c:v>96.57358258</c:v>
                </c:pt>
                <c:pt idx="138">
                  <c:v>95.88616838</c:v>
                </c:pt>
                <c:pt idx="139">
                  <c:v>96.39450653</c:v>
                </c:pt>
                <c:pt idx="140">
                  <c:v>96.80686916</c:v>
                </c:pt>
                <c:pt idx="141">
                  <c:v>96.60833627</c:v>
                </c:pt>
                <c:pt idx="142">
                  <c:v>96.55531927</c:v>
                </c:pt>
                <c:pt idx="143">
                  <c:v>96.71368889</c:v>
                </c:pt>
                <c:pt idx="144">
                  <c:v>96.28638058</c:v>
                </c:pt>
                <c:pt idx="145">
                  <c:v>96.09275785</c:v>
                </c:pt>
                <c:pt idx="146">
                  <c:v>95.94935152</c:v>
                </c:pt>
                <c:pt idx="147">
                  <c:v>96.1838199</c:v>
                </c:pt>
                <c:pt idx="148">
                  <c:v>95.93353595</c:v>
                </c:pt>
                <c:pt idx="149">
                  <c:v>95.55909832</c:v>
                </c:pt>
                <c:pt idx="150">
                  <c:v>95.49732098</c:v>
                </c:pt>
                <c:pt idx="151">
                  <c:v>95.32554296</c:v>
                </c:pt>
                <c:pt idx="152">
                  <c:v>94.93680015</c:v>
                </c:pt>
                <c:pt idx="153">
                  <c:v>94.494586</c:v>
                </c:pt>
                <c:pt idx="154">
                  <c:v>94.80114757</c:v>
                </c:pt>
                <c:pt idx="155">
                  <c:v>94.66273316</c:v>
                </c:pt>
                <c:pt idx="156">
                  <c:v>94.87644293</c:v>
                </c:pt>
                <c:pt idx="157">
                  <c:v>95.07056076</c:v>
                </c:pt>
                <c:pt idx="158">
                  <c:v>94.86372026</c:v>
                </c:pt>
                <c:pt idx="159">
                  <c:v>94.63192931</c:v>
                </c:pt>
                <c:pt idx="160">
                  <c:v>95.01291836</c:v>
                </c:pt>
                <c:pt idx="161">
                  <c:v>95.40752155</c:v>
                </c:pt>
                <c:pt idx="162">
                  <c:v>95.342513</c:v>
                </c:pt>
                <c:pt idx="163">
                  <c:v>94.99292636</c:v>
                </c:pt>
                <c:pt idx="164">
                  <c:v>94.24286173</c:v>
                </c:pt>
                <c:pt idx="165">
                  <c:v>94.44276419</c:v>
                </c:pt>
                <c:pt idx="166">
                  <c:v>94.62846985</c:v>
                </c:pt>
                <c:pt idx="167">
                  <c:v>94.57965575</c:v>
                </c:pt>
                <c:pt idx="168">
                  <c:v>94.51576871</c:v>
                </c:pt>
                <c:pt idx="169">
                  <c:v>94.23686626</c:v>
                </c:pt>
                <c:pt idx="170">
                  <c:v>94.37807323</c:v>
                </c:pt>
                <c:pt idx="171">
                  <c:v>94.4098334</c:v>
                </c:pt>
                <c:pt idx="172">
                  <c:v>93.7852631</c:v>
                </c:pt>
                <c:pt idx="173">
                  <c:v>93.70223338</c:v>
                </c:pt>
                <c:pt idx="174">
                  <c:v>93.33280969</c:v>
                </c:pt>
                <c:pt idx="175">
                  <c:v>92.96544985</c:v>
                </c:pt>
                <c:pt idx="176">
                  <c:v>92.9832746</c:v>
                </c:pt>
                <c:pt idx="177">
                  <c:v>93.19795711</c:v>
                </c:pt>
                <c:pt idx="178">
                  <c:v>93.17531934</c:v>
                </c:pt>
                <c:pt idx="179">
                  <c:v>93.46440764</c:v>
                </c:pt>
                <c:pt idx="180">
                  <c:v>93.22436035</c:v>
                </c:pt>
                <c:pt idx="181">
                  <c:v>93.13791158</c:v>
                </c:pt>
                <c:pt idx="182">
                  <c:v>92.86643933</c:v>
                </c:pt>
                <c:pt idx="183">
                  <c:v>92.84909076</c:v>
                </c:pt>
                <c:pt idx="184">
                  <c:v>92.83560386</c:v>
                </c:pt>
                <c:pt idx="185">
                  <c:v>92.48385919</c:v>
                </c:pt>
                <c:pt idx="186">
                  <c:v>92.73340321</c:v>
                </c:pt>
                <c:pt idx="187">
                  <c:v>92.58631243</c:v>
                </c:pt>
                <c:pt idx="188">
                  <c:v>92.59391215</c:v>
                </c:pt>
                <c:pt idx="189">
                  <c:v>92.45555342</c:v>
                </c:pt>
                <c:pt idx="190">
                  <c:v>92.21160384</c:v>
                </c:pt>
                <c:pt idx="191">
                  <c:v>92.4277623</c:v>
                </c:pt>
                <c:pt idx="192">
                  <c:v>92.30081688</c:v>
                </c:pt>
                <c:pt idx="193">
                  <c:v>92.31163752</c:v>
                </c:pt>
                <c:pt idx="194">
                  <c:v>92.22222533</c:v>
                </c:pt>
                <c:pt idx="195">
                  <c:v>92.30658015</c:v>
                </c:pt>
                <c:pt idx="196">
                  <c:v>92.3621913</c:v>
                </c:pt>
                <c:pt idx="197">
                  <c:v>92.46821456</c:v>
                </c:pt>
                <c:pt idx="198">
                  <c:v>92.37938761</c:v>
                </c:pt>
                <c:pt idx="199">
                  <c:v>92.58405682</c:v>
                </c:pt>
                <c:pt idx="200">
                  <c:v>92.6054755</c:v>
                </c:pt>
                <c:pt idx="201">
                  <c:v>92.72272717</c:v>
                </c:pt>
                <c:pt idx="202">
                  <c:v>92.90224679</c:v>
                </c:pt>
                <c:pt idx="203">
                  <c:v>92.9508797</c:v>
                </c:pt>
                <c:pt idx="204">
                  <c:v>93.05344043</c:v>
                </c:pt>
                <c:pt idx="205">
                  <c:v>93.01764406</c:v>
                </c:pt>
                <c:pt idx="206">
                  <c:v>92.77828457</c:v>
                </c:pt>
                <c:pt idx="207">
                  <c:v>92.88703622</c:v>
                </c:pt>
                <c:pt idx="208">
                  <c:v>92.55532505</c:v>
                </c:pt>
                <c:pt idx="209">
                  <c:v>92.04436187</c:v>
                </c:pt>
                <c:pt idx="210">
                  <c:v>92.81928209</c:v>
                </c:pt>
                <c:pt idx="211">
                  <c:v>93.85479202</c:v>
                </c:pt>
                <c:pt idx="212">
                  <c:v>91.73876062</c:v>
                </c:pt>
                <c:pt idx="213">
                  <c:v>91.44689456</c:v>
                </c:pt>
                <c:pt idx="214">
                  <c:v>91.54646655</c:v>
                </c:pt>
                <c:pt idx="215">
                  <c:v>91.50291239</c:v>
                </c:pt>
                <c:pt idx="216">
                  <c:v>91.57897455</c:v>
                </c:pt>
                <c:pt idx="217">
                  <c:v>93.14964722</c:v>
                </c:pt>
                <c:pt idx="218">
                  <c:v>94.15446959</c:v>
                </c:pt>
                <c:pt idx="219">
                  <c:v>93.64091727</c:v>
                </c:pt>
                <c:pt idx="220">
                  <c:v>94.34624659</c:v>
                </c:pt>
                <c:pt idx="221">
                  <c:v>95.76182346</c:v>
                </c:pt>
                <c:pt idx="222">
                  <c:v>97.70167605</c:v>
                </c:pt>
                <c:pt idx="223">
                  <c:v>96.42202</c:v>
                </c:pt>
                <c:pt idx="224">
                  <c:v>96.46300057</c:v>
                </c:pt>
                <c:pt idx="225">
                  <c:v>96.93817973</c:v>
                </c:pt>
                <c:pt idx="226">
                  <c:v>96.73600508</c:v>
                </c:pt>
                <c:pt idx="227">
                  <c:v>95.94421822</c:v>
                </c:pt>
                <c:pt idx="228">
                  <c:v>94.32470668</c:v>
                </c:pt>
                <c:pt idx="229">
                  <c:v>93.81701781</c:v>
                </c:pt>
                <c:pt idx="230">
                  <c:v>93.81199888</c:v>
                </c:pt>
                <c:pt idx="231">
                  <c:v>93.85563503</c:v>
                </c:pt>
                <c:pt idx="232">
                  <c:v>93.89706762</c:v>
                </c:pt>
                <c:pt idx="233">
                  <c:v>93.87899635</c:v>
                </c:pt>
                <c:pt idx="234">
                  <c:v>93.97503916</c:v>
                </c:pt>
                <c:pt idx="235">
                  <c:v>94.90689694</c:v>
                </c:pt>
                <c:pt idx="236">
                  <c:v>94.83752268</c:v>
                </c:pt>
                <c:pt idx="237">
                  <c:v>94.51981168</c:v>
                </c:pt>
                <c:pt idx="238">
                  <c:v>93.86019043</c:v>
                </c:pt>
                <c:pt idx="239">
                  <c:v>92.00612717</c:v>
                </c:pt>
                <c:pt idx="240">
                  <c:v>91.82462788</c:v>
                </c:pt>
                <c:pt idx="241">
                  <c:v>91.76130772</c:v>
                </c:pt>
              </c:numCache>
            </c:numRef>
          </c:yVal>
        </c:ser>
        <c:ser>
          <c:idx val="1"/>
          <c:order val="1"/>
          <c:tx>
            <c:v>期初等权持有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Ref>
              <c:f>'Chart Data'!$C$2:$C$243</c:f>
              <c:numCache>
                <c:formatCode>General</c:formatCode>
                <c:ptCount val="242"/>
                <c:pt idx="0">
                  <c:v>45930</c:v>
                </c:pt>
                <c:pt idx="1">
                  <c:v>45939</c:v>
                </c:pt>
                <c:pt idx="2">
                  <c:v>45940</c:v>
                </c:pt>
                <c:pt idx="3">
                  <c:v>45943</c:v>
                </c:pt>
                <c:pt idx="4">
                  <c:v>45944</c:v>
                </c:pt>
                <c:pt idx="5">
                  <c:v>45945</c:v>
                </c:pt>
                <c:pt idx="6">
                  <c:v>45946</c:v>
                </c:pt>
                <c:pt idx="7">
                  <c:v>45947</c:v>
                </c:pt>
                <c:pt idx="8">
                  <c:v>45950</c:v>
                </c:pt>
                <c:pt idx="9">
                  <c:v>45951</c:v>
                </c:pt>
                <c:pt idx="10">
                  <c:v>45952</c:v>
                </c:pt>
                <c:pt idx="11">
                  <c:v>45953</c:v>
                </c:pt>
                <c:pt idx="12">
                  <c:v>45954</c:v>
                </c:pt>
                <c:pt idx="13">
                  <c:v>45957</c:v>
                </c:pt>
                <c:pt idx="14">
                  <c:v>45958</c:v>
                </c:pt>
                <c:pt idx="15">
                  <c:v>45959</c:v>
                </c:pt>
                <c:pt idx="16">
                  <c:v>45960</c:v>
                </c:pt>
                <c:pt idx="17">
                  <c:v>45961</c:v>
                </c:pt>
                <c:pt idx="18">
                  <c:v>45964</c:v>
                </c:pt>
                <c:pt idx="19">
                  <c:v>45965</c:v>
                </c:pt>
                <c:pt idx="20">
                  <c:v>45966</c:v>
                </c:pt>
                <c:pt idx="21">
                  <c:v>45967</c:v>
                </c:pt>
                <c:pt idx="22">
                  <c:v>45968</c:v>
                </c:pt>
                <c:pt idx="23">
                  <c:v>45971</c:v>
                </c:pt>
                <c:pt idx="24">
                  <c:v>45972</c:v>
                </c:pt>
                <c:pt idx="25">
                  <c:v>45973</c:v>
                </c:pt>
                <c:pt idx="26">
                  <c:v>45974</c:v>
                </c:pt>
                <c:pt idx="27">
                  <c:v>45975</c:v>
                </c:pt>
                <c:pt idx="28">
                  <c:v>45978</c:v>
                </c:pt>
                <c:pt idx="29">
                  <c:v>45979</c:v>
                </c:pt>
                <c:pt idx="30">
                  <c:v>45980</c:v>
                </c:pt>
                <c:pt idx="31">
                  <c:v>45981</c:v>
                </c:pt>
                <c:pt idx="32">
                  <c:v>45982</c:v>
                </c:pt>
                <c:pt idx="33">
                  <c:v>45985</c:v>
                </c:pt>
                <c:pt idx="34">
                  <c:v>45986</c:v>
                </c:pt>
                <c:pt idx="35">
                  <c:v>45987</c:v>
                </c:pt>
                <c:pt idx="36">
                  <c:v>45988</c:v>
                </c:pt>
                <c:pt idx="37">
                  <c:v>45989</c:v>
                </c:pt>
                <c:pt idx="38">
                  <c:v>45992</c:v>
                </c:pt>
                <c:pt idx="39">
                  <c:v>45993</c:v>
                </c:pt>
                <c:pt idx="40">
                  <c:v>45994</c:v>
                </c:pt>
                <c:pt idx="41">
                  <c:v>45995</c:v>
                </c:pt>
                <c:pt idx="42">
                  <c:v>45996</c:v>
                </c:pt>
                <c:pt idx="43">
                  <c:v>45999</c:v>
                </c:pt>
                <c:pt idx="44">
                  <c:v>46000</c:v>
                </c:pt>
                <c:pt idx="45">
                  <c:v>46001</c:v>
                </c:pt>
                <c:pt idx="46">
                  <c:v>46002</c:v>
                </c:pt>
                <c:pt idx="47">
                  <c:v>46003</c:v>
                </c:pt>
                <c:pt idx="48">
                  <c:v>46006</c:v>
                </c:pt>
                <c:pt idx="49">
                  <c:v>46007</c:v>
                </c:pt>
                <c:pt idx="50">
                  <c:v>46008</c:v>
                </c:pt>
                <c:pt idx="51">
                  <c:v>46009</c:v>
                </c:pt>
                <c:pt idx="52">
                  <c:v>46010</c:v>
                </c:pt>
                <c:pt idx="53">
                  <c:v>46013</c:v>
                </c:pt>
                <c:pt idx="54">
                  <c:v>46014</c:v>
                </c:pt>
                <c:pt idx="55">
                  <c:v>46015</c:v>
                </c:pt>
                <c:pt idx="56">
                  <c:v>46016</c:v>
                </c:pt>
                <c:pt idx="57">
                  <c:v>46017</c:v>
                </c:pt>
                <c:pt idx="58">
                  <c:v>46020</c:v>
                </c:pt>
                <c:pt idx="59">
                  <c:v>46021</c:v>
                </c:pt>
                <c:pt idx="60">
                  <c:v>46022</c:v>
                </c:pt>
                <c:pt idx="61">
                  <c:v>46027</c:v>
                </c:pt>
                <c:pt idx="62">
                  <c:v>46028</c:v>
                </c:pt>
                <c:pt idx="63">
                  <c:v>46029</c:v>
                </c:pt>
                <c:pt idx="64">
                  <c:v>46030</c:v>
                </c:pt>
                <c:pt idx="65">
                  <c:v>46031</c:v>
                </c:pt>
                <c:pt idx="66">
                  <c:v>46034</c:v>
                </c:pt>
                <c:pt idx="67">
                  <c:v>46035</c:v>
                </c:pt>
                <c:pt idx="68">
                  <c:v>46036</c:v>
                </c:pt>
                <c:pt idx="69">
                  <c:v>46037</c:v>
                </c:pt>
                <c:pt idx="70">
                  <c:v>46038</c:v>
                </c:pt>
                <c:pt idx="71">
                  <c:v>46041</c:v>
                </c:pt>
                <c:pt idx="72">
                  <c:v>46042</c:v>
                </c:pt>
                <c:pt idx="73">
                  <c:v>46043</c:v>
                </c:pt>
                <c:pt idx="74">
                  <c:v>46044</c:v>
                </c:pt>
                <c:pt idx="75">
                  <c:v>46045</c:v>
                </c:pt>
                <c:pt idx="76">
                  <c:v>46048</c:v>
                </c:pt>
                <c:pt idx="77">
                  <c:v>46049</c:v>
                </c:pt>
                <c:pt idx="78">
                  <c:v>46050</c:v>
                </c:pt>
                <c:pt idx="79">
                  <c:v>46051</c:v>
                </c:pt>
                <c:pt idx="80">
                  <c:v>46052</c:v>
                </c:pt>
                <c:pt idx="81">
                  <c:v>46055</c:v>
                </c:pt>
                <c:pt idx="82">
                  <c:v>46056</c:v>
                </c:pt>
                <c:pt idx="83">
                  <c:v>46057</c:v>
                </c:pt>
                <c:pt idx="84">
                  <c:v>46058</c:v>
                </c:pt>
                <c:pt idx="85">
                  <c:v>46059</c:v>
                </c:pt>
                <c:pt idx="86">
                  <c:v>46062</c:v>
                </c:pt>
                <c:pt idx="87">
                  <c:v>46063</c:v>
                </c:pt>
                <c:pt idx="88">
                  <c:v>46064</c:v>
                </c:pt>
                <c:pt idx="89">
                  <c:v>46065</c:v>
                </c:pt>
                <c:pt idx="90">
                  <c:v>46066</c:v>
                </c:pt>
                <c:pt idx="91">
                  <c:v>46077</c:v>
                </c:pt>
                <c:pt idx="92">
                  <c:v>46078</c:v>
                </c:pt>
                <c:pt idx="93">
                  <c:v>46079</c:v>
                </c:pt>
                <c:pt idx="94">
                  <c:v>46080</c:v>
                </c:pt>
                <c:pt idx="95">
                  <c:v>46083</c:v>
                </c:pt>
                <c:pt idx="96">
                  <c:v>46084</c:v>
                </c:pt>
                <c:pt idx="97">
                  <c:v>46085</c:v>
                </c:pt>
                <c:pt idx="98">
                  <c:v>46086</c:v>
                </c:pt>
                <c:pt idx="99">
                  <c:v>46087</c:v>
                </c:pt>
                <c:pt idx="100">
                  <c:v>46090</c:v>
                </c:pt>
                <c:pt idx="101">
                  <c:v>46091</c:v>
                </c:pt>
                <c:pt idx="102">
                  <c:v>46092</c:v>
                </c:pt>
                <c:pt idx="103">
                  <c:v>46093</c:v>
                </c:pt>
                <c:pt idx="104">
                  <c:v>46094</c:v>
                </c:pt>
                <c:pt idx="105">
                  <c:v>46097</c:v>
                </c:pt>
                <c:pt idx="106">
                  <c:v>46098</c:v>
                </c:pt>
                <c:pt idx="107">
                  <c:v>46099</c:v>
                </c:pt>
                <c:pt idx="108">
                  <c:v>46100</c:v>
                </c:pt>
                <c:pt idx="109">
                  <c:v>46101</c:v>
                </c:pt>
                <c:pt idx="110">
                  <c:v>46104</c:v>
                </c:pt>
                <c:pt idx="111">
                  <c:v>46105</c:v>
                </c:pt>
                <c:pt idx="112">
                  <c:v>46106</c:v>
                </c:pt>
                <c:pt idx="113">
                  <c:v>46107</c:v>
                </c:pt>
                <c:pt idx="114">
                  <c:v>46108</c:v>
                </c:pt>
                <c:pt idx="115">
                  <c:v>46111</c:v>
                </c:pt>
                <c:pt idx="116">
                  <c:v>46112</c:v>
                </c:pt>
                <c:pt idx="117">
                  <c:v>46113</c:v>
                </c:pt>
                <c:pt idx="118">
                  <c:v>46114</c:v>
                </c:pt>
                <c:pt idx="119">
                  <c:v>46115</c:v>
                </c:pt>
                <c:pt idx="120">
                  <c:v>46119</c:v>
                </c:pt>
                <c:pt idx="121">
                  <c:v>46120</c:v>
                </c:pt>
                <c:pt idx="122">
                  <c:v>46121</c:v>
                </c:pt>
                <c:pt idx="123">
                  <c:v>46122</c:v>
                </c:pt>
                <c:pt idx="124">
                  <c:v>46125</c:v>
                </c:pt>
                <c:pt idx="125">
                  <c:v>46126</c:v>
                </c:pt>
                <c:pt idx="126">
                  <c:v>46127</c:v>
                </c:pt>
                <c:pt idx="127">
                  <c:v>46128</c:v>
                </c:pt>
                <c:pt idx="128">
                  <c:v>46129</c:v>
                </c:pt>
                <c:pt idx="129">
                  <c:v>46132</c:v>
                </c:pt>
                <c:pt idx="130">
                  <c:v>46133</c:v>
                </c:pt>
                <c:pt idx="131">
                  <c:v>46134</c:v>
                </c:pt>
                <c:pt idx="132">
                  <c:v>46135</c:v>
                </c:pt>
                <c:pt idx="133">
                  <c:v>46136</c:v>
                </c:pt>
                <c:pt idx="134">
                  <c:v>46139</c:v>
                </c:pt>
                <c:pt idx="135">
                  <c:v>46140</c:v>
                </c:pt>
                <c:pt idx="136">
                  <c:v>46141</c:v>
                </c:pt>
                <c:pt idx="137">
                  <c:v>46142</c:v>
                </c:pt>
                <c:pt idx="138">
                  <c:v>46148</c:v>
                </c:pt>
                <c:pt idx="139">
                  <c:v>46149</c:v>
                </c:pt>
                <c:pt idx="140">
                  <c:v>46150</c:v>
                </c:pt>
                <c:pt idx="141">
                  <c:v>46153</c:v>
                </c:pt>
                <c:pt idx="142">
                  <c:v>46154</c:v>
                </c:pt>
                <c:pt idx="143">
                  <c:v>46155</c:v>
                </c:pt>
                <c:pt idx="144">
                  <c:v>46156</c:v>
                </c:pt>
                <c:pt idx="145">
                  <c:v>46157</c:v>
                </c:pt>
                <c:pt idx="146">
                  <c:v>46160</c:v>
                </c:pt>
                <c:pt idx="147">
                  <c:v>46161</c:v>
                </c:pt>
                <c:pt idx="148">
                  <c:v>46162</c:v>
                </c:pt>
                <c:pt idx="149">
                  <c:v>46163</c:v>
                </c:pt>
                <c:pt idx="150">
                  <c:v>46164</c:v>
                </c:pt>
                <c:pt idx="151">
                  <c:v>46167</c:v>
                </c:pt>
                <c:pt idx="152">
                  <c:v>46168</c:v>
                </c:pt>
                <c:pt idx="153">
                  <c:v>46169</c:v>
                </c:pt>
                <c:pt idx="154">
                  <c:v>46170</c:v>
                </c:pt>
                <c:pt idx="155">
                  <c:v>46171</c:v>
                </c:pt>
                <c:pt idx="156">
                  <c:v>46174</c:v>
                </c:pt>
                <c:pt idx="157">
                  <c:v>46175</c:v>
                </c:pt>
                <c:pt idx="158">
                  <c:v>46176</c:v>
                </c:pt>
                <c:pt idx="159">
                  <c:v>46177</c:v>
                </c:pt>
                <c:pt idx="160">
                  <c:v>46178</c:v>
                </c:pt>
                <c:pt idx="161">
                  <c:v>46181</c:v>
                </c:pt>
                <c:pt idx="162">
                  <c:v>46182</c:v>
                </c:pt>
                <c:pt idx="163">
                  <c:v>46183</c:v>
                </c:pt>
                <c:pt idx="164">
                  <c:v>46184</c:v>
                </c:pt>
                <c:pt idx="165">
                  <c:v>46185</c:v>
                </c:pt>
                <c:pt idx="166">
                  <c:v>46188</c:v>
                </c:pt>
                <c:pt idx="167">
                  <c:v>46189</c:v>
                </c:pt>
                <c:pt idx="168">
                  <c:v>46190</c:v>
                </c:pt>
                <c:pt idx="169">
                  <c:v>46191</c:v>
                </c:pt>
                <c:pt idx="170">
                  <c:v>46195</c:v>
                </c:pt>
                <c:pt idx="171">
                  <c:v>46196</c:v>
                </c:pt>
                <c:pt idx="172">
                  <c:v>46197</c:v>
                </c:pt>
                <c:pt idx="173">
                  <c:v>46198</c:v>
                </c:pt>
                <c:pt idx="174">
                  <c:v>46199</c:v>
                </c:pt>
                <c:pt idx="175">
                  <c:v>46202</c:v>
                </c:pt>
                <c:pt idx="176">
                  <c:v>46203</c:v>
                </c:pt>
                <c:pt idx="177">
                  <c:v>46204</c:v>
                </c:pt>
                <c:pt idx="178">
                  <c:v>46205</c:v>
                </c:pt>
                <c:pt idx="179">
                  <c:v>46206</c:v>
                </c:pt>
                <c:pt idx="180">
                  <c:v>46209</c:v>
                </c:pt>
                <c:pt idx="181">
                  <c:v>46210</c:v>
                </c:pt>
                <c:pt idx="182">
                  <c:v>46211</c:v>
                </c:pt>
                <c:pt idx="183">
                  <c:v>46212</c:v>
                </c:pt>
                <c:pt idx="184">
                  <c:v>46213</c:v>
                </c:pt>
                <c:pt idx="185">
                  <c:v>46216</c:v>
                </c:pt>
                <c:pt idx="186">
                  <c:v>46217</c:v>
                </c:pt>
                <c:pt idx="187">
                  <c:v>46218</c:v>
                </c:pt>
                <c:pt idx="188">
                  <c:v>46219</c:v>
                </c:pt>
                <c:pt idx="189">
                  <c:v>46220</c:v>
                </c:pt>
                <c:pt idx="190">
                  <c:v>46223</c:v>
                </c:pt>
                <c:pt idx="191">
                  <c:v>46224</c:v>
                </c:pt>
                <c:pt idx="192">
                  <c:v>46225</c:v>
                </c:pt>
                <c:pt idx="193">
                  <c:v>46226</c:v>
                </c:pt>
                <c:pt idx="194">
                  <c:v>46227</c:v>
                </c:pt>
                <c:pt idx="195">
                  <c:v>46230</c:v>
                </c:pt>
                <c:pt idx="196">
                  <c:v>46231</c:v>
                </c:pt>
                <c:pt idx="197">
                  <c:v>46232</c:v>
                </c:pt>
                <c:pt idx="198">
                  <c:v>46233</c:v>
                </c:pt>
                <c:pt idx="199">
                  <c:v>46234</c:v>
                </c:pt>
                <c:pt idx="200">
                  <c:v>46237</c:v>
                </c:pt>
                <c:pt idx="201">
                  <c:v>46238</c:v>
                </c:pt>
                <c:pt idx="202">
                  <c:v>46239</c:v>
                </c:pt>
                <c:pt idx="203">
                  <c:v>46240</c:v>
                </c:pt>
                <c:pt idx="204">
                  <c:v>46241</c:v>
                </c:pt>
                <c:pt idx="205">
                  <c:v>46244</c:v>
                </c:pt>
                <c:pt idx="206">
                  <c:v>46245</c:v>
                </c:pt>
                <c:pt idx="207">
                  <c:v>46246</c:v>
                </c:pt>
                <c:pt idx="208">
                  <c:v>46247</c:v>
                </c:pt>
                <c:pt idx="209">
                  <c:v>46248</c:v>
                </c:pt>
                <c:pt idx="210">
                  <c:v>46251</c:v>
                </c:pt>
                <c:pt idx="211">
                  <c:v>46252</c:v>
                </c:pt>
                <c:pt idx="212">
                  <c:v>46253</c:v>
                </c:pt>
                <c:pt idx="213">
                  <c:v>46254</c:v>
                </c:pt>
                <c:pt idx="214">
                  <c:v>46255</c:v>
                </c:pt>
                <c:pt idx="215">
                  <c:v>46258</c:v>
                </c:pt>
                <c:pt idx="216">
                  <c:v>46259</c:v>
                </c:pt>
                <c:pt idx="217">
                  <c:v>46260</c:v>
                </c:pt>
                <c:pt idx="218">
                  <c:v>46261</c:v>
                </c:pt>
                <c:pt idx="219">
                  <c:v>46262</c:v>
                </c:pt>
                <c:pt idx="220">
                  <c:v>46265</c:v>
                </c:pt>
                <c:pt idx="221">
                  <c:v>46266</c:v>
                </c:pt>
                <c:pt idx="222">
                  <c:v>46267</c:v>
                </c:pt>
                <c:pt idx="223">
                  <c:v>46268</c:v>
                </c:pt>
                <c:pt idx="224">
                  <c:v>46269</c:v>
                </c:pt>
                <c:pt idx="225">
                  <c:v>46272</c:v>
                </c:pt>
                <c:pt idx="226">
                  <c:v>46273</c:v>
                </c:pt>
                <c:pt idx="227">
                  <c:v>46274</c:v>
                </c:pt>
                <c:pt idx="228">
                  <c:v>46275</c:v>
                </c:pt>
                <c:pt idx="229">
                  <c:v>46276</c:v>
                </c:pt>
                <c:pt idx="230">
                  <c:v>46279</c:v>
                </c:pt>
                <c:pt idx="231">
                  <c:v>46280</c:v>
                </c:pt>
                <c:pt idx="232">
                  <c:v>46281</c:v>
                </c:pt>
                <c:pt idx="233">
                  <c:v>46282</c:v>
                </c:pt>
                <c:pt idx="234">
                  <c:v>46283</c:v>
                </c:pt>
                <c:pt idx="235">
                  <c:v>46286</c:v>
                </c:pt>
                <c:pt idx="236">
                  <c:v>46287</c:v>
                </c:pt>
                <c:pt idx="237">
                  <c:v>46288</c:v>
                </c:pt>
                <c:pt idx="238">
                  <c:v>46289</c:v>
                </c:pt>
                <c:pt idx="239">
                  <c:v>46293</c:v>
                </c:pt>
                <c:pt idx="240">
                  <c:v>46294</c:v>
                </c:pt>
                <c:pt idx="241">
                  <c:v>46295</c:v>
                </c:pt>
              </c:numCache>
            </c:numRef>
          </c:xVal>
          <c:yVal>
            <c:numRef>
              <c:f>'Chart Data'!$D$2:$D$243</c:f>
              <c:numCache>
                <c:formatCode>0</c:formatCode>
                <c:ptCount val="242"/>
                <c:pt idx="0">
                  <c:v>100</c:v>
                </c:pt>
                <c:pt idx="1">
                  <c:v>99.30381253</c:v>
                </c:pt>
                <c:pt idx="2">
                  <c:v>99.14209712</c:v>
                </c:pt>
                <c:pt idx="3">
                  <c:v>98.0924708</c:v>
                </c:pt>
                <c:pt idx="4">
                  <c:v>97.32685417</c:v>
                </c:pt>
                <c:pt idx="5">
                  <c:v>98.50065364</c:v>
                </c:pt>
                <c:pt idx="6">
                  <c:v>96.94967971</c:v>
                </c:pt>
                <c:pt idx="7">
                  <c:v>93.42083173</c:v>
                </c:pt>
                <c:pt idx="8">
                  <c:v>93.96222827</c:v>
                </c:pt>
                <c:pt idx="9">
                  <c:v>96.56453333</c:v>
                </c:pt>
                <c:pt idx="10">
                  <c:v>97.45353477</c:v>
                </c:pt>
                <c:pt idx="11">
                  <c:v>96.45703832</c:v>
                </c:pt>
                <c:pt idx="12">
                  <c:v>97.09390945</c:v>
                </c:pt>
                <c:pt idx="13">
                  <c:v>97.07963736</c:v>
                </c:pt>
                <c:pt idx="14">
                  <c:v>97.1008917</c:v>
                </c:pt>
                <c:pt idx="15">
                  <c:v>103.33753843</c:v>
                </c:pt>
                <c:pt idx="16">
                  <c:v>101.5751176</c:v>
                </c:pt>
                <c:pt idx="17">
                  <c:v>103.30555067</c:v>
                </c:pt>
                <c:pt idx="18">
                  <c:v>102.39172416</c:v>
                </c:pt>
                <c:pt idx="19">
                  <c:v>100.24079591</c:v>
                </c:pt>
                <c:pt idx="20">
                  <c:v>100.62033063</c:v>
                </c:pt>
                <c:pt idx="21">
                  <c:v>99.48882024</c:v>
                </c:pt>
                <c:pt idx="22">
                  <c:v>98.81791867</c:v>
                </c:pt>
                <c:pt idx="23">
                  <c:v>98.55137099</c:v>
                </c:pt>
                <c:pt idx="24">
                  <c:v>98.74939226</c:v>
                </c:pt>
                <c:pt idx="25">
                  <c:v>98.3246465</c:v>
                </c:pt>
                <c:pt idx="26">
                  <c:v>100.59635901</c:v>
                </c:pt>
                <c:pt idx="27">
                  <c:v>98.97635135</c:v>
                </c:pt>
                <c:pt idx="28">
                  <c:v>98.8929055</c:v>
                </c:pt>
                <c:pt idx="29">
                  <c:v>96.56646078</c:v>
                </c:pt>
                <c:pt idx="30">
                  <c:v>94.68053884</c:v>
                </c:pt>
                <c:pt idx="31">
                  <c:v>93.79251308</c:v>
                </c:pt>
                <c:pt idx="32">
                  <c:v>89.4302044</c:v>
                </c:pt>
                <c:pt idx="33">
                  <c:v>90.36724248</c:v>
                </c:pt>
                <c:pt idx="34">
                  <c:v>91.38382572</c:v>
                </c:pt>
                <c:pt idx="35">
                  <c:v>90.63959853</c:v>
                </c:pt>
                <c:pt idx="36">
                  <c:v>89.70503307</c:v>
                </c:pt>
                <c:pt idx="37">
                  <c:v>90.35646203</c:v>
                </c:pt>
                <c:pt idx="38">
                  <c:v>92.58905045</c:v>
                </c:pt>
                <c:pt idx="39">
                  <c:v>91.42077054</c:v>
                </c:pt>
                <c:pt idx="40">
                  <c:v>90.10839719</c:v>
                </c:pt>
                <c:pt idx="41">
                  <c:v>88.95542491</c:v>
                </c:pt>
                <c:pt idx="42">
                  <c:v>90.55880436</c:v>
                </c:pt>
                <c:pt idx="43">
                  <c:v>91.5378783</c:v>
                </c:pt>
                <c:pt idx="44">
                  <c:v>89.52140509</c:v>
                </c:pt>
                <c:pt idx="45">
                  <c:v>88.91410965</c:v>
                </c:pt>
                <c:pt idx="46">
                  <c:v>91.48856749</c:v>
                </c:pt>
                <c:pt idx="47">
                  <c:v>91.73129794</c:v>
                </c:pt>
                <c:pt idx="48">
                  <c:v>91.221392</c:v>
                </c:pt>
                <c:pt idx="49">
                  <c:v>92.84078022</c:v>
                </c:pt>
                <c:pt idx="50">
                  <c:v>93.09802242</c:v>
                </c:pt>
                <c:pt idx="51">
                  <c:v>92.38251719</c:v>
                </c:pt>
                <c:pt idx="52">
                  <c:v>93.48202723</c:v>
                </c:pt>
                <c:pt idx="53">
                  <c:v>94.18457015</c:v>
                </c:pt>
                <c:pt idx="54">
                  <c:v>92.52268183</c:v>
                </c:pt>
                <c:pt idx="55">
                  <c:v>92.81996384</c:v>
                </c:pt>
                <c:pt idx="56">
                  <c:v>93.21522261</c:v>
                </c:pt>
                <c:pt idx="57">
                  <c:v>92.65525247</c:v>
                </c:pt>
                <c:pt idx="58">
                  <c:v>91.97390375</c:v>
                </c:pt>
                <c:pt idx="59">
                  <c:v>92.10419572</c:v>
                </c:pt>
                <c:pt idx="60">
                  <c:v>91.76558721</c:v>
                </c:pt>
                <c:pt idx="61">
                  <c:v>93.0701723</c:v>
                </c:pt>
                <c:pt idx="62">
                  <c:v>95.80706921</c:v>
                </c:pt>
                <c:pt idx="63">
                  <c:v>95.45566375</c:v>
                </c:pt>
                <c:pt idx="64">
                  <c:v>96.59644704</c:v>
                </c:pt>
                <c:pt idx="65">
                  <c:v>97.64227191</c:v>
                </c:pt>
                <c:pt idx="66">
                  <c:v>104.26324801</c:v>
                </c:pt>
                <c:pt idx="67">
                  <c:v>102.22807813</c:v>
                </c:pt>
                <c:pt idx="68">
                  <c:v>105.14017151</c:v>
                </c:pt>
                <c:pt idx="69">
                  <c:v>101.96996659</c:v>
                </c:pt>
                <c:pt idx="70">
                  <c:v>100.76145658</c:v>
                </c:pt>
                <c:pt idx="71">
                  <c:v>100.49437226</c:v>
                </c:pt>
                <c:pt idx="72">
                  <c:v>99.34314582</c:v>
                </c:pt>
                <c:pt idx="73">
                  <c:v>99.03937351</c:v>
                </c:pt>
                <c:pt idx="74">
                  <c:v>99.94603244</c:v>
                </c:pt>
                <c:pt idx="75">
                  <c:v>102.79107683</c:v>
                </c:pt>
                <c:pt idx="76">
                  <c:v>100.33039002</c:v>
                </c:pt>
                <c:pt idx="77">
                  <c:v>99.91022919</c:v>
                </c:pt>
                <c:pt idx="78">
                  <c:v>98.67051497</c:v>
                </c:pt>
                <c:pt idx="79">
                  <c:v>97.80212885</c:v>
                </c:pt>
                <c:pt idx="80">
                  <c:v>97.08800588</c:v>
                </c:pt>
                <c:pt idx="81">
                  <c:v>95.26046237</c:v>
                </c:pt>
                <c:pt idx="82">
                  <c:v>97.48694607</c:v>
                </c:pt>
                <c:pt idx="83">
                  <c:v>97.06813556</c:v>
                </c:pt>
                <c:pt idx="84">
                  <c:v>95.71870958</c:v>
                </c:pt>
                <c:pt idx="85">
                  <c:v>95.68546357</c:v>
                </c:pt>
                <c:pt idx="86">
                  <c:v>97.29675</c:v>
                </c:pt>
                <c:pt idx="87">
                  <c:v>96.88686141</c:v>
                </c:pt>
                <c:pt idx="88">
                  <c:v>96.47280791</c:v>
                </c:pt>
                <c:pt idx="89">
                  <c:v>96.60081956</c:v>
                </c:pt>
                <c:pt idx="90">
                  <c:v>96.57934529</c:v>
                </c:pt>
                <c:pt idx="91">
                  <c:v>96.6957337</c:v>
                </c:pt>
                <c:pt idx="92">
                  <c:v>97.28113385</c:v>
                </c:pt>
                <c:pt idx="93">
                  <c:v>96.93579107</c:v>
                </c:pt>
                <c:pt idx="94">
                  <c:v>96.77969958</c:v>
                </c:pt>
                <c:pt idx="95">
                  <c:v>93.6778413</c:v>
                </c:pt>
                <c:pt idx="96">
                  <c:v>91.19785403</c:v>
                </c:pt>
                <c:pt idx="97">
                  <c:v>91.54577925</c:v>
                </c:pt>
                <c:pt idx="98">
                  <c:v>92.41470499</c:v>
                </c:pt>
                <c:pt idx="99">
                  <c:v>92.80962489</c:v>
                </c:pt>
                <c:pt idx="100">
                  <c:v>91.93922669</c:v>
                </c:pt>
                <c:pt idx="101">
                  <c:v>92.79299643</c:v>
                </c:pt>
                <c:pt idx="102">
                  <c:v>92.73969373</c:v>
                </c:pt>
                <c:pt idx="103">
                  <c:v>91.36839258</c:v>
                </c:pt>
                <c:pt idx="104">
                  <c:v>90.07146415</c:v>
                </c:pt>
                <c:pt idx="105">
                  <c:v>89.41402634</c:v>
                </c:pt>
                <c:pt idx="106">
                  <c:v>87.48588668</c:v>
                </c:pt>
                <c:pt idx="107">
                  <c:v>87.90597924</c:v>
                </c:pt>
                <c:pt idx="108">
                  <c:v>84.68898667</c:v>
                </c:pt>
                <c:pt idx="109">
                  <c:v>82.94963536</c:v>
                </c:pt>
                <c:pt idx="110">
                  <c:v>78.61814966</c:v>
                </c:pt>
                <c:pt idx="111">
                  <c:v>80.4056949</c:v>
                </c:pt>
                <c:pt idx="112">
                  <c:v>81.90918929</c:v>
                </c:pt>
                <c:pt idx="113">
                  <c:v>80.16687165</c:v>
                </c:pt>
                <c:pt idx="114">
                  <c:v>80.49399062</c:v>
                </c:pt>
                <c:pt idx="115">
                  <c:v>79.62500968</c:v>
                </c:pt>
                <c:pt idx="116">
                  <c:v>79.11337676</c:v>
                </c:pt>
                <c:pt idx="117">
                  <c:v>80.43018532</c:v>
                </c:pt>
                <c:pt idx="118">
                  <c:v>80.21713049</c:v>
                </c:pt>
                <c:pt idx="119">
                  <c:v>77.84772014</c:v>
                </c:pt>
                <c:pt idx="120">
                  <c:v>77.62229879</c:v>
                </c:pt>
                <c:pt idx="121">
                  <c:v>82.15532689</c:v>
                </c:pt>
                <c:pt idx="122">
                  <c:v>80.50110677</c:v>
                </c:pt>
                <c:pt idx="123">
                  <c:v>81.91586226</c:v>
                </c:pt>
                <c:pt idx="124">
                  <c:v>81.38447699</c:v>
                </c:pt>
                <c:pt idx="125">
                  <c:v>81.95692066</c:v>
                </c:pt>
                <c:pt idx="126">
                  <c:v>81.78632596</c:v>
                </c:pt>
                <c:pt idx="127">
                  <c:v>82.93497479</c:v>
                </c:pt>
                <c:pt idx="128">
                  <c:v>87.00449966</c:v>
                </c:pt>
                <c:pt idx="129">
                  <c:v>87.9776104</c:v>
                </c:pt>
                <c:pt idx="130">
                  <c:v>86.21884971</c:v>
                </c:pt>
                <c:pt idx="131">
                  <c:v>87.67338509</c:v>
                </c:pt>
                <c:pt idx="132">
                  <c:v>84.85864706</c:v>
                </c:pt>
                <c:pt idx="133">
                  <c:v>83.74803241</c:v>
                </c:pt>
                <c:pt idx="134">
                  <c:v>82.86594512</c:v>
                </c:pt>
                <c:pt idx="135">
                  <c:v>80.56325679</c:v>
                </c:pt>
                <c:pt idx="136">
                  <c:v>81.39180324</c:v>
                </c:pt>
                <c:pt idx="137">
                  <c:v>81.637353</c:v>
                </c:pt>
                <c:pt idx="138">
                  <c:v>83.57653364</c:v>
                </c:pt>
                <c:pt idx="139">
                  <c:v>85.91524605</c:v>
                </c:pt>
                <c:pt idx="140">
                  <c:v>87.66653563</c:v>
                </c:pt>
                <c:pt idx="141">
                  <c:v>87.4144439</c:v>
                </c:pt>
                <c:pt idx="142">
                  <c:v>87.29355624</c:v>
                </c:pt>
                <c:pt idx="143">
                  <c:v>88.4351567</c:v>
                </c:pt>
                <c:pt idx="144">
                  <c:v>85.03580299</c:v>
                </c:pt>
                <c:pt idx="145">
                  <c:v>85.0334438</c:v>
                </c:pt>
                <c:pt idx="146">
                  <c:v>83.93347041</c:v>
                </c:pt>
                <c:pt idx="147">
                  <c:v>85.07040752</c:v>
                </c:pt>
                <c:pt idx="148">
                  <c:v>83.25195904</c:v>
                </c:pt>
                <c:pt idx="149">
                  <c:v>81.64498901</c:v>
                </c:pt>
                <c:pt idx="150">
                  <c:v>81.57510039</c:v>
                </c:pt>
                <c:pt idx="151">
                  <c:v>80.90633429</c:v>
                </c:pt>
                <c:pt idx="152">
                  <c:v>78.93611772</c:v>
                </c:pt>
                <c:pt idx="153">
                  <c:v>75.97085899</c:v>
                </c:pt>
                <c:pt idx="154">
                  <c:v>77.39601614</c:v>
                </c:pt>
                <c:pt idx="155">
                  <c:v>75.5324866</c:v>
                </c:pt>
                <c:pt idx="156">
                  <c:v>77.6858945</c:v>
                </c:pt>
                <c:pt idx="157">
                  <c:v>78.85616272</c:v>
                </c:pt>
                <c:pt idx="158">
                  <c:v>78.19527381</c:v>
                </c:pt>
                <c:pt idx="159">
                  <c:v>76.45442528</c:v>
                </c:pt>
                <c:pt idx="160">
                  <c:v>80.10161814</c:v>
                </c:pt>
                <c:pt idx="161">
                  <c:v>81.61116757</c:v>
                </c:pt>
                <c:pt idx="162">
                  <c:v>82.75435143</c:v>
                </c:pt>
                <c:pt idx="163">
                  <c:v>79.53031861</c:v>
                </c:pt>
                <c:pt idx="164">
                  <c:v>75.76764406</c:v>
                </c:pt>
                <c:pt idx="165">
                  <c:v>75.58666163</c:v>
                </c:pt>
                <c:pt idx="166">
                  <c:v>77.37908998</c:v>
                </c:pt>
                <c:pt idx="167">
                  <c:v>77.8061241</c:v>
                </c:pt>
                <c:pt idx="168">
                  <c:v>78.12282953</c:v>
                </c:pt>
                <c:pt idx="169">
                  <c:v>76.57536863</c:v>
                </c:pt>
                <c:pt idx="170">
                  <c:v>78.04075166</c:v>
                </c:pt>
                <c:pt idx="171">
                  <c:v>79.10122762</c:v>
                </c:pt>
                <c:pt idx="172">
                  <c:v>78.86050389</c:v>
                </c:pt>
                <c:pt idx="173">
                  <c:v>77.50953771</c:v>
                </c:pt>
                <c:pt idx="174">
                  <c:v>76.15754303</c:v>
                </c:pt>
                <c:pt idx="175">
                  <c:v>73.91589977</c:v>
                </c:pt>
                <c:pt idx="176">
                  <c:v>75.22682174</c:v>
                </c:pt>
                <c:pt idx="177">
                  <c:v>77.68469284</c:v>
                </c:pt>
                <c:pt idx="178">
                  <c:v>77.14497412</c:v>
                </c:pt>
                <c:pt idx="179">
                  <c:v>78.84795533</c:v>
                </c:pt>
                <c:pt idx="180">
                  <c:v>76.87923942</c:v>
                </c:pt>
                <c:pt idx="181">
                  <c:v>75.94853591</c:v>
                </c:pt>
                <c:pt idx="182">
                  <c:v>74.67595553</c:v>
                </c:pt>
                <c:pt idx="183">
                  <c:v>74.78266021</c:v>
                </c:pt>
                <c:pt idx="184">
                  <c:v>74.60012729</c:v>
                </c:pt>
                <c:pt idx="185">
                  <c:v>70.34466667</c:v>
                </c:pt>
                <c:pt idx="186">
                  <c:v>71.78341624</c:v>
                </c:pt>
                <c:pt idx="187">
                  <c:v>71.10734165</c:v>
                </c:pt>
                <c:pt idx="188">
                  <c:v>71.02746239</c:v>
                </c:pt>
                <c:pt idx="189">
                  <c:v>69.03598914</c:v>
                </c:pt>
                <c:pt idx="190">
                  <c:v>66.87230359</c:v>
                </c:pt>
                <c:pt idx="191">
                  <c:v>69.46097968</c:v>
                </c:pt>
                <c:pt idx="192">
                  <c:v>68.86441278</c:v>
                </c:pt>
                <c:pt idx="193">
                  <c:v>68.59497516</c:v>
                </c:pt>
                <c:pt idx="194">
                  <c:v>65.39139076</c:v>
                </c:pt>
                <c:pt idx="195">
                  <c:v>67.17383951</c:v>
                </c:pt>
                <c:pt idx="196">
                  <c:v>66.85845489</c:v>
                </c:pt>
                <c:pt idx="197">
                  <c:v>67.49615471</c:v>
                </c:pt>
                <c:pt idx="198">
                  <c:v>66.18000266</c:v>
                </c:pt>
                <c:pt idx="199">
                  <c:v>68.95377048</c:v>
                </c:pt>
                <c:pt idx="200">
                  <c:v>68.52409182</c:v>
                </c:pt>
                <c:pt idx="201">
                  <c:v>70.40979607</c:v>
                </c:pt>
                <c:pt idx="202">
                  <c:v>72.43163684</c:v>
                </c:pt>
                <c:pt idx="203">
                  <c:v>72.87719348</c:v>
                </c:pt>
                <c:pt idx="204">
                  <c:v>72.81119798</c:v>
                </c:pt>
                <c:pt idx="205">
                  <c:v>72.44803393</c:v>
                </c:pt>
                <c:pt idx="206">
                  <c:v>71.71577867</c:v>
                </c:pt>
                <c:pt idx="207">
                  <c:v>72.39535846</c:v>
                </c:pt>
                <c:pt idx="208">
                  <c:v>71.90144083</c:v>
                </c:pt>
                <c:pt idx="209">
                  <c:v>71.31283772</c:v>
                </c:pt>
                <c:pt idx="210">
                  <c:v>72.47296779</c:v>
                </c:pt>
                <c:pt idx="211">
                  <c:v>73.95282026</c:v>
                </c:pt>
                <c:pt idx="212">
                  <c:v>70.63467437</c:v>
                </c:pt>
                <c:pt idx="213">
                  <c:v>70.27180139</c:v>
                </c:pt>
                <c:pt idx="214">
                  <c:v>69.85219463</c:v>
                </c:pt>
                <c:pt idx="215">
                  <c:v>68.18948751</c:v>
                </c:pt>
                <c:pt idx="216">
                  <c:v>68.87859828</c:v>
                </c:pt>
                <c:pt idx="217">
                  <c:v>68.93992416</c:v>
                </c:pt>
                <c:pt idx="218">
                  <c:v>69.94388304</c:v>
                </c:pt>
                <c:pt idx="219">
                  <c:v>69.84171445</c:v>
                </c:pt>
                <c:pt idx="220">
                  <c:v>70.73841088</c:v>
                </c:pt>
                <c:pt idx="221">
                  <c:v>72.69488145</c:v>
                </c:pt>
                <c:pt idx="222">
                  <c:v>74.35562767</c:v>
                </c:pt>
                <c:pt idx="223">
                  <c:v>73.12520016</c:v>
                </c:pt>
                <c:pt idx="224">
                  <c:v>72.98839037</c:v>
                </c:pt>
                <c:pt idx="225">
                  <c:v>73.18267521</c:v>
                </c:pt>
                <c:pt idx="226">
                  <c:v>72.82293415</c:v>
                </c:pt>
                <c:pt idx="227">
                  <c:v>71.5196545</c:v>
                </c:pt>
                <c:pt idx="228">
                  <c:v>69.50040259</c:v>
                </c:pt>
                <c:pt idx="229">
                  <c:v>67.51006257</c:v>
                </c:pt>
                <c:pt idx="230">
                  <c:v>67.39174537</c:v>
                </c:pt>
                <c:pt idx="231">
                  <c:v>66.99820723</c:v>
                </c:pt>
                <c:pt idx="232">
                  <c:v>68.05381863</c:v>
                </c:pt>
                <c:pt idx="233">
                  <c:v>67.5591899</c:v>
                </c:pt>
                <c:pt idx="234">
                  <c:v>68.74435935</c:v>
                </c:pt>
                <c:pt idx="235">
                  <c:v>70.59615276</c:v>
                </c:pt>
                <c:pt idx="236">
                  <c:v>70.52377617</c:v>
                </c:pt>
                <c:pt idx="237">
                  <c:v>70.75557959</c:v>
                </c:pt>
                <c:pt idx="238">
                  <c:v>69.58719841</c:v>
                </c:pt>
                <c:pt idx="239">
                  <c:v>67.96088539</c:v>
                </c:pt>
                <c:pt idx="240">
                  <c:v>67.86695039</c:v>
                </c:pt>
                <c:pt idx="241">
                  <c:v>68.12869501</c:v>
                </c:pt>
              </c:numCache>
            </c:numRef>
          </c:yVal>
        </c:ser>
        <c:ser>
          <c:idx val="2"/>
          <c:order val="2"/>
          <c:tx>
            <c:v>北证50价格</c:v>
          </c:tx>
          <c:spPr>
            <a:solidFill xmlns:a="http://schemas.openxmlformats.org/drawingml/2006/main">
              <a:srgbClr val="AAAAAA"/>
            </a:solidFill>
            <a:ln xmlns:a="http://schemas.openxmlformats.org/drawingml/2006/main" w="19050">
              <a:solidFill>
                <a:srgbClr val="AAAAAA"/>
              </a:solidFill>
              <a:prstDash val="dot"/>
            </a:ln>
          </c:spPr>
          <c:marker>
            <c:symbol val="none"/>
          </c:marker>
          <c:xVal>
            <c:numRef>
              <c:f>'Chart Data'!$E$2:$E$243</c:f>
              <c:numCache>
                <c:formatCode>General</c:formatCode>
                <c:ptCount val="242"/>
                <c:pt idx="0">
                  <c:v>45930</c:v>
                </c:pt>
                <c:pt idx="1">
                  <c:v>45939</c:v>
                </c:pt>
                <c:pt idx="2">
                  <c:v>45940</c:v>
                </c:pt>
                <c:pt idx="3">
                  <c:v>45943</c:v>
                </c:pt>
                <c:pt idx="4">
                  <c:v>45944</c:v>
                </c:pt>
                <c:pt idx="5">
                  <c:v>45945</c:v>
                </c:pt>
                <c:pt idx="6">
                  <c:v>45946</c:v>
                </c:pt>
                <c:pt idx="7">
                  <c:v>45947</c:v>
                </c:pt>
                <c:pt idx="8">
                  <c:v>45950</c:v>
                </c:pt>
                <c:pt idx="9">
                  <c:v>45951</c:v>
                </c:pt>
                <c:pt idx="10">
                  <c:v>45952</c:v>
                </c:pt>
                <c:pt idx="11">
                  <c:v>45953</c:v>
                </c:pt>
                <c:pt idx="12">
                  <c:v>45954</c:v>
                </c:pt>
                <c:pt idx="13">
                  <c:v>45957</c:v>
                </c:pt>
                <c:pt idx="14">
                  <c:v>45958</c:v>
                </c:pt>
                <c:pt idx="15">
                  <c:v>45959</c:v>
                </c:pt>
                <c:pt idx="16">
                  <c:v>45960</c:v>
                </c:pt>
                <c:pt idx="17">
                  <c:v>45961</c:v>
                </c:pt>
                <c:pt idx="18">
                  <c:v>45964</c:v>
                </c:pt>
                <c:pt idx="19">
                  <c:v>45965</c:v>
                </c:pt>
                <c:pt idx="20">
                  <c:v>45966</c:v>
                </c:pt>
                <c:pt idx="21">
                  <c:v>45967</c:v>
                </c:pt>
                <c:pt idx="22">
                  <c:v>45968</c:v>
                </c:pt>
                <c:pt idx="23">
                  <c:v>45971</c:v>
                </c:pt>
                <c:pt idx="24">
                  <c:v>45972</c:v>
                </c:pt>
                <c:pt idx="25">
                  <c:v>45973</c:v>
                </c:pt>
                <c:pt idx="26">
                  <c:v>45974</c:v>
                </c:pt>
                <c:pt idx="27">
                  <c:v>45975</c:v>
                </c:pt>
                <c:pt idx="28">
                  <c:v>45978</c:v>
                </c:pt>
                <c:pt idx="29">
                  <c:v>45979</c:v>
                </c:pt>
                <c:pt idx="30">
                  <c:v>45980</c:v>
                </c:pt>
                <c:pt idx="31">
                  <c:v>45981</c:v>
                </c:pt>
                <c:pt idx="32">
                  <c:v>45982</c:v>
                </c:pt>
                <c:pt idx="33">
                  <c:v>45985</c:v>
                </c:pt>
                <c:pt idx="34">
                  <c:v>45986</c:v>
                </c:pt>
                <c:pt idx="35">
                  <c:v>45987</c:v>
                </c:pt>
                <c:pt idx="36">
                  <c:v>45988</c:v>
                </c:pt>
                <c:pt idx="37">
                  <c:v>45989</c:v>
                </c:pt>
                <c:pt idx="38">
                  <c:v>45992</c:v>
                </c:pt>
                <c:pt idx="39">
                  <c:v>45993</c:v>
                </c:pt>
                <c:pt idx="40">
                  <c:v>45994</c:v>
                </c:pt>
                <c:pt idx="41">
                  <c:v>45995</c:v>
                </c:pt>
                <c:pt idx="42">
                  <c:v>45996</c:v>
                </c:pt>
                <c:pt idx="43">
                  <c:v>45999</c:v>
                </c:pt>
                <c:pt idx="44">
                  <c:v>46000</c:v>
                </c:pt>
                <c:pt idx="45">
                  <c:v>46001</c:v>
                </c:pt>
                <c:pt idx="46">
                  <c:v>46002</c:v>
                </c:pt>
                <c:pt idx="47">
                  <c:v>46003</c:v>
                </c:pt>
                <c:pt idx="48">
                  <c:v>46006</c:v>
                </c:pt>
                <c:pt idx="49">
                  <c:v>46007</c:v>
                </c:pt>
                <c:pt idx="50">
                  <c:v>46008</c:v>
                </c:pt>
                <c:pt idx="51">
                  <c:v>46009</c:v>
                </c:pt>
                <c:pt idx="52">
                  <c:v>46010</c:v>
                </c:pt>
                <c:pt idx="53">
                  <c:v>46013</c:v>
                </c:pt>
                <c:pt idx="54">
                  <c:v>46014</c:v>
                </c:pt>
                <c:pt idx="55">
                  <c:v>46015</c:v>
                </c:pt>
                <c:pt idx="56">
                  <c:v>46016</c:v>
                </c:pt>
                <c:pt idx="57">
                  <c:v>46017</c:v>
                </c:pt>
                <c:pt idx="58">
                  <c:v>46020</c:v>
                </c:pt>
                <c:pt idx="59">
                  <c:v>46021</c:v>
                </c:pt>
                <c:pt idx="60">
                  <c:v>46022</c:v>
                </c:pt>
                <c:pt idx="61">
                  <c:v>46027</c:v>
                </c:pt>
                <c:pt idx="62">
                  <c:v>46028</c:v>
                </c:pt>
                <c:pt idx="63">
                  <c:v>46029</c:v>
                </c:pt>
                <c:pt idx="64">
                  <c:v>46030</c:v>
                </c:pt>
                <c:pt idx="65">
                  <c:v>46031</c:v>
                </c:pt>
                <c:pt idx="66">
                  <c:v>46034</c:v>
                </c:pt>
                <c:pt idx="67">
                  <c:v>46035</c:v>
                </c:pt>
                <c:pt idx="68">
                  <c:v>46036</c:v>
                </c:pt>
                <c:pt idx="69">
                  <c:v>46037</c:v>
                </c:pt>
                <c:pt idx="70">
                  <c:v>46038</c:v>
                </c:pt>
                <c:pt idx="71">
                  <c:v>46041</c:v>
                </c:pt>
                <c:pt idx="72">
                  <c:v>46042</c:v>
                </c:pt>
                <c:pt idx="73">
                  <c:v>46043</c:v>
                </c:pt>
                <c:pt idx="74">
                  <c:v>46044</c:v>
                </c:pt>
                <c:pt idx="75">
                  <c:v>46045</c:v>
                </c:pt>
                <c:pt idx="76">
                  <c:v>46048</c:v>
                </c:pt>
                <c:pt idx="77">
                  <c:v>46049</c:v>
                </c:pt>
                <c:pt idx="78">
                  <c:v>46050</c:v>
                </c:pt>
                <c:pt idx="79">
                  <c:v>46051</c:v>
                </c:pt>
                <c:pt idx="80">
                  <c:v>46052</c:v>
                </c:pt>
                <c:pt idx="81">
                  <c:v>46055</c:v>
                </c:pt>
                <c:pt idx="82">
                  <c:v>46056</c:v>
                </c:pt>
                <c:pt idx="83">
                  <c:v>46057</c:v>
                </c:pt>
                <c:pt idx="84">
                  <c:v>46058</c:v>
                </c:pt>
                <c:pt idx="85">
                  <c:v>46059</c:v>
                </c:pt>
                <c:pt idx="86">
                  <c:v>46062</c:v>
                </c:pt>
                <c:pt idx="87">
                  <c:v>46063</c:v>
                </c:pt>
                <c:pt idx="88">
                  <c:v>46064</c:v>
                </c:pt>
                <c:pt idx="89">
                  <c:v>46065</c:v>
                </c:pt>
                <c:pt idx="90">
                  <c:v>46066</c:v>
                </c:pt>
                <c:pt idx="91">
                  <c:v>46077</c:v>
                </c:pt>
                <c:pt idx="92">
                  <c:v>46078</c:v>
                </c:pt>
                <c:pt idx="93">
                  <c:v>46079</c:v>
                </c:pt>
                <c:pt idx="94">
                  <c:v>46080</c:v>
                </c:pt>
                <c:pt idx="95">
                  <c:v>46083</c:v>
                </c:pt>
                <c:pt idx="96">
                  <c:v>46084</c:v>
                </c:pt>
                <c:pt idx="97">
                  <c:v>46085</c:v>
                </c:pt>
                <c:pt idx="98">
                  <c:v>46086</c:v>
                </c:pt>
                <c:pt idx="99">
                  <c:v>46087</c:v>
                </c:pt>
                <c:pt idx="100">
                  <c:v>46090</c:v>
                </c:pt>
                <c:pt idx="101">
                  <c:v>46091</c:v>
                </c:pt>
                <c:pt idx="102">
                  <c:v>46092</c:v>
                </c:pt>
                <c:pt idx="103">
                  <c:v>46093</c:v>
                </c:pt>
                <c:pt idx="104">
                  <c:v>46094</c:v>
                </c:pt>
                <c:pt idx="105">
                  <c:v>46097</c:v>
                </c:pt>
                <c:pt idx="106">
                  <c:v>46098</c:v>
                </c:pt>
                <c:pt idx="107">
                  <c:v>46099</c:v>
                </c:pt>
                <c:pt idx="108">
                  <c:v>46100</c:v>
                </c:pt>
                <c:pt idx="109">
                  <c:v>46101</c:v>
                </c:pt>
                <c:pt idx="110">
                  <c:v>46104</c:v>
                </c:pt>
                <c:pt idx="111">
                  <c:v>46105</c:v>
                </c:pt>
                <c:pt idx="112">
                  <c:v>46106</c:v>
                </c:pt>
                <c:pt idx="113">
                  <c:v>46107</c:v>
                </c:pt>
                <c:pt idx="114">
                  <c:v>46108</c:v>
                </c:pt>
                <c:pt idx="115">
                  <c:v>46111</c:v>
                </c:pt>
                <c:pt idx="116">
                  <c:v>46112</c:v>
                </c:pt>
                <c:pt idx="117">
                  <c:v>46113</c:v>
                </c:pt>
                <c:pt idx="118">
                  <c:v>46114</c:v>
                </c:pt>
                <c:pt idx="119">
                  <c:v>46115</c:v>
                </c:pt>
                <c:pt idx="120">
                  <c:v>46119</c:v>
                </c:pt>
                <c:pt idx="121">
                  <c:v>46120</c:v>
                </c:pt>
                <c:pt idx="122">
                  <c:v>46121</c:v>
                </c:pt>
                <c:pt idx="123">
                  <c:v>46122</c:v>
                </c:pt>
                <c:pt idx="124">
                  <c:v>46125</c:v>
                </c:pt>
                <c:pt idx="125">
                  <c:v>46126</c:v>
                </c:pt>
                <c:pt idx="126">
                  <c:v>46127</c:v>
                </c:pt>
                <c:pt idx="127">
                  <c:v>46128</c:v>
                </c:pt>
                <c:pt idx="128">
                  <c:v>46129</c:v>
                </c:pt>
                <c:pt idx="129">
                  <c:v>46132</c:v>
                </c:pt>
                <c:pt idx="130">
                  <c:v>46133</c:v>
                </c:pt>
                <c:pt idx="131">
                  <c:v>46134</c:v>
                </c:pt>
                <c:pt idx="132">
                  <c:v>46135</c:v>
                </c:pt>
                <c:pt idx="133">
                  <c:v>46136</c:v>
                </c:pt>
                <c:pt idx="134">
                  <c:v>46139</c:v>
                </c:pt>
                <c:pt idx="135">
                  <c:v>46140</c:v>
                </c:pt>
                <c:pt idx="136">
                  <c:v>46141</c:v>
                </c:pt>
                <c:pt idx="137">
                  <c:v>46142</c:v>
                </c:pt>
                <c:pt idx="138">
                  <c:v>46148</c:v>
                </c:pt>
                <c:pt idx="139">
                  <c:v>46149</c:v>
                </c:pt>
                <c:pt idx="140">
                  <c:v>46150</c:v>
                </c:pt>
                <c:pt idx="141">
                  <c:v>46153</c:v>
                </c:pt>
                <c:pt idx="142">
                  <c:v>46154</c:v>
                </c:pt>
                <c:pt idx="143">
                  <c:v>46155</c:v>
                </c:pt>
                <c:pt idx="144">
                  <c:v>46156</c:v>
                </c:pt>
                <c:pt idx="145">
                  <c:v>46157</c:v>
                </c:pt>
                <c:pt idx="146">
                  <c:v>46160</c:v>
                </c:pt>
                <c:pt idx="147">
                  <c:v>46161</c:v>
                </c:pt>
                <c:pt idx="148">
                  <c:v>46162</c:v>
                </c:pt>
                <c:pt idx="149">
                  <c:v>46163</c:v>
                </c:pt>
                <c:pt idx="150">
                  <c:v>46164</c:v>
                </c:pt>
                <c:pt idx="151">
                  <c:v>46167</c:v>
                </c:pt>
                <c:pt idx="152">
                  <c:v>46168</c:v>
                </c:pt>
                <c:pt idx="153">
                  <c:v>46169</c:v>
                </c:pt>
                <c:pt idx="154">
                  <c:v>46170</c:v>
                </c:pt>
                <c:pt idx="155">
                  <c:v>46171</c:v>
                </c:pt>
                <c:pt idx="156">
                  <c:v>46174</c:v>
                </c:pt>
                <c:pt idx="157">
                  <c:v>46175</c:v>
                </c:pt>
                <c:pt idx="158">
                  <c:v>46176</c:v>
                </c:pt>
                <c:pt idx="159">
                  <c:v>46177</c:v>
                </c:pt>
                <c:pt idx="160">
                  <c:v>46178</c:v>
                </c:pt>
                <c:pt idx="161">
                  <c:v>46181</c:v>
                </c:pt>
                <c:pt idx="162">
                  <c:v>46182</c:v>
                </c:pt>
                <c:pt idx="163">
                  <c:v>46183</c:v>
                </c:pt>
                <c:pt idx="164">
                  <c:v>46184</c:v>
                </c:pt>
                <c:pt idx="165">
                  <c:v>46185</c:v>
                </c:pt>
                <c:pt idx="166">
                  <c:v>46188</c:v>
                </c:pt>
                <c:pt idx="167">
                  <c:v>46189</c:v>
                </c:pt>
                <c:pt idx="168">
                  <c:v>46190</c:v>
                </c:pt>
                <c:pt idx="169">
                  <c:v>46191</c:v>
                </c:pt>
                <c:pt idx="170">
                  <c:v>46195</c:v>
                </c:pt>
                <c:pt idx="171">
                  <c:v>46196</c:v>
                </c:pt>
                <c:pt idx="172">
                  <c:v>46197</c:v>
                </c:pt>
                <c:pt idx="173">
                  <c:v>46198</c:v>
                </c:pt>
                <c:pt idx="174">
                  <c:v>46199</c:v>
                </c:pt>
                <c:pt idx="175">
                  <c:v>46202</c:v>
                </c:pt>
                <c:pt idx="176">
                  <c:v>46203</c:v>
                </c:pt>
                <c:pt idx="177">
                  <c:v>46204</c:v>
                </c:pt>
                <c:pt idx="178">
                  <c:v>46205</c:v>
                </c:pt>
                <c:pt idx="179">
                  <c:v>46206</c:v>
                </c:pt>
                <c:pt idx="180">
                  <c:v>46209</c:v>
                </c:pt>
                <c:pt idx="181">
                  <c:v>46210</c:v>
                </c:pt>
                <c:pt idx="182">
                  <c:v>46211</c:v>
                </c:pt>
                <c:pt idx="183">
                  <c:v>46212</c:v>
                </c:pt>
                <c:pt idx="184">
                  <c:v>46213</c:v>
                </c:pt>
                <c:pt idx="185">
                  <c:v>46216</c:v>
                </c:pt>
                <c:pt idx="186">
                  <c:v>46217</c:v>
                </c:pt>
                <c:pt idx="187">
                  <c:v>46218</c:v>
                </c:pt>
                <c:pt idx="188">
                  <c:v>46219</c:v>
                </c:pt>
                <c:pt idx="189">
                  <c:v>46220</c:v>
                </c:pt>
                <c:pt idx="190">
                  <c:v>46223</c:v>
                </c:pt>
                <c:pt idx="191">
                  <c:v>46224</c:v>
                </c:pt>
                <c:pt idx="192">
                  <c:v>46225</c:v>
                </c:pt>
                <c:pt idx="193">
                  <c:v>46226</c:v>
                </c:pt>
                <c:pt idx="194">
                  <c:v>46227</c:v>
                </c:pt>
                <c:pt idx="195">
                  <c:v>46230</c:v>
                </c:pt>
                <c:pt idx="196">
                  <c:v>46231</c:v>
                </c:pt>
                <c:pt idx="197">
                  <c:v>46232</c:v>
                </c:pt>
                <c:pt idx="198">
                  <c:v>46233</c:v>
                </c:pt>
                <c:pt idx="199">
                  <c:v>46234</c:v>
                </c:pt>
                <c:pt idx="200">
                  <c:v>46237</c:v>
                </c:pt>
                <c:pt idx="201">
                  <c:v>46238</c:v>
                </c:pt>
                <c:pt idx="202">
                  <c:v>46239</c:v>
                </c:pt>
                <c:pt idx="203">
                  <c:v>46240</c:v>
                </c:pt>
                <c:pt idx="204">
                  <c:v>46241</c:v>
                </c:pt>
                <c:pt idx="205">
                  <c:v>46244</c:v>
                </c:pt>
                <c:pt idx="206">
                  <c:v>46245</c:v>
                </c:pt>
                <c:pt idx="207">
                  <c:v>46246</c:v>
                </c:pt>
                <c:pt idx="208">
                  <c:v>46247</c:v>
                </c:pt>
                <c:pt idx="209">
                  <c:v>46248</c:v>
                </c:pt>
                <c:pt idx="210">
                  <c:v>46251</c:v>
                </c:pt>
                <c:pt idx="211">
                  <c:v>46252</c:v>
                </c:pt>
                <c:pt idx="212">
                  <c:v>46253</c:v>
                </c:pt>
                <c:pt idx="213">
                  <c:v>46254</c:v>
                </c:pt>
                <c:pt idx="214">
                  <c:v>46255</c:v>
                </c:pt>
                <c:pt idx="215">
                  <c:v>46258</c:v>
                </c:pt>
                <c:pt idx="216">
                  <c:v>46259</c:v>
                </c:pt>
                <c:pt idx="217">
                  <c:v>46260</c:v>
                </c:pt>
                <c:pt idx="218">
                  <c:v>46261</c:v>
                </c:pt>
                <c:pt idx="219">
                  <c:v>46262</c:v>
                </c:pt>
                <c:pt idx="220">
                  <c:v>46265</c:v>
                </c:pt>
                <c:pt idx="221">
                  <c:v>46266</c:v>
                </c:pt>
                <c:pt idx="222">
                  <c:v>46267</c:v>
                </c:pt>
                <c:pt idx="223">
                  <c:v>46268</c:v>
                </c:pt>
                <c:pt idx="224">
                  <c:v>46269</c:v>
                </c:pt>
                <c:pt idx="225">
                  <c:v>46272</c:v>
                </c:pt>
                <c:pt idx="226">
                  <c:v>46273</c:v>
                </c:pt>
                <c:pt idx="227">
                  <c:v>46274</c:v>
                </c:pt>
                <c:pt idx="228">
                  <c:v>46275</c:v>
                </c:pt>
                <c:pt idx="229">
                  <c:v>46276</c:v>
                </c:pt>
                <c:pt idx="230">
                  <c:v>46279</c:v>
                </c:pt>
                <c:pt idx="231">
                  <c:v>46280</c:v>
                </c:pt>
                <c:pt idx="232">
                  <c:v>46281</c:v>
                </c:pt>
                <c:pt idx="233">
                  <c:v>46282</c:v>
                </c:pt>
                <c:pt idx="234">
                  <c:v>46283</c:v>
                </c:pt>
                <c:pt idx="235">
                  <c:v>46286</c:v>
                </c:pt>
                <c:pt idx="236">
                  <c:v>46287</c:v>
                </c:pt>
                <c:pt idx="237">
                  <c:v>46288</c:v>
                </c:pt>
                <c:pt idx="238">
                  <c:v>46289</c:v>
                </c:pt>
                <c:pt idx="239">
                  <c:v>46293</c:v>
                </c:pt>
                <c:pt idx="240">
                  <c:v>46294</c:v>
                </c:pt>
                <c:pt idx="241">
                  <c:v>46295</c:v>
                </c:pt>
              </c:numCache>
            </c:numRef>
          </c:xVal>
          <c:yVal>
            <c:numRef>
              <c:f>'Chart Data'!$F$2:$F$243</c:f>
              <c:numCache>
                <c:formatCode>0</c:formatCode>
                <c:ptCount val="242"/>
                <c:pt idx="0">
                  <c:v>100</c:v>
                </c:pt>
                <c:pt idx="1">
                  <c:v>99.81565156</c:v>
                </c:pt>
                <c:pt idx="2">
                  <c:v>98.57898624</c:v>
                </c:pt>
                <c:pt idx="3">
                  <c:v>97.30372419</c:v>
                </c:pt>
                <c:pt idx="4">
                  <c:v>97.09314306</c:v>
                </c:pt>
                <c:pt idx="5">
                  <c:v>98.67063711</c:v>
                </c:pt>
                <c:pt idx="6">
                  <c:v>97.38876783</c:v>
                </c:pt>
                <c:pt idx="7">
                  <c:v>93.73555485</c:v>
                </c:pt>
                <c:pt idx="8">
                  <c:v>93.50063815</c:v>
                </c:pt>
                <c:pt idx="9">
                  <c:v>95.40738192</c:v>
                </c:pt>
                <c:pt idx="10">
                  <c:v>96.23479109</c:v>
                </c:pt>
                <c:pt idx="11">
                  <c:v>95.20772563</c:v>
                </c:pt>
                <c:pt idx="12">
                  <c:v>96.30060178</c:v>
                </c:pt>
                <c:pt idx="13">
                  <c:v>96.1092536</c:v>
                </c:pt>
                <c:pt idx="14">
                  <c:v>94.95880944</c:v>
                </c:pt>
                <c:pt idx="15">
                  <c:v>102.94931334</c:v>
                </c:pt>
                <c:pt idx="16">
                  <c:v>101.61517492</c:v>
                </c:pt>
                <c:pt idx="17">
                  <c:v>103.53827323</c:v>
                </c:pt>
                <c:pt idx="18">
                  <c:v>102.52540352</c:v>
                </c:pt>
                <c:pt idx="19">
                  <c:v>100.01033607</c:v>
                </c:pt>
                <c:pt idx="20">
                  <c:v>99.79988578</c:v>
                </c:pt>
                <c:pt idx="21">
                  <c:v>99.42346956</c:v>
                </c:pt>
                <c:pt idx="22">
                  <c:v>99.61442523</c:v>
                </c:pt>
                <c:pt idx="23">
                  <c:v>98.94644017</c:v>
                </c:pt>
                <c:pt idx="24">
                  <c:v>97.94011227</c:v>
                </c:pt>
                <c:pt idx="25">
                  <c:v>97.51437074</c:v>
                </c:pt>
                <c:pt idx="26">
                  <c:v>100.06522193</c:v>
                </c:pt>
                <c:pt idx="27">
                  <c:v>99.05640814</c:v>
                </c:pt>
                <c:pt idx="28">
                  <c:v>99.85843505</c:v>
                </c:pt>
                <c:pt idx="29">
                  <c:v>96.93797113</c:v>
                </c:pt>
                <c:pt idx="30">
                  <c:v>95.58381476</c:v>
                </c:pt>
                <c:pt idx="31">
                  <c:v>94.56446864</c:v>
                </c:pt>
                <c:pt idx="32">
                  <c:v>90.10654659</c:v>
                </c:pt>
                <c:pt idx="33">
                  <c:v>90.67208678</c:v>
                </c:pt>
                <c:pt idx="34">
                  <c:v>91.3784069</c:v>
                </c:pt>
                <c:pt idx="35">
                  <c:v>90.99649555</c:v>
                </c:pt>
                <c:pt idx="36">
                  <c:v>90.42846947</c:v>
                </c:pt>
                <c:pt idx="37">
                  <c:v>90.78055013</c:v>
                </c:pt>
                <c:pt idx="38">
                  <c:v>92.16035043</c:v>
                </c:pt>
                <c:pt idx="39">
                  <c:v>91.4633197</c:v>
                </c:pt>
                <c:pt idx="40">
                  <c:v>91.09396864</c:v>
                </c:pt>
                <c:pt idx="41">
                  <c:v>90.75379409</c:v>
                </c:pt>
                <c:pt idx="42">
                  <c:v>92.13117392</c:v>
                </c:pt>
                <c:pt idx="43">
                  <c:v>93.30242106</c:v>
                </c:pt>
                <c:pt idx="44">
                  <c:v>91.69889057</c:v>
                </c:pt>
                <c:pt idx="45">
                  <c:v>90.91818998</c:v>
                </c:pt>
                <c:pt idx="46">
                  <c:v>94.4096238</c:v>
                </c:pt>
                <c:pt idx="47">
                  <c:v>94.7053794</c:v>
                </c:pt>
                <c:pt idx="48">
                  <c:v>93.67569721</c:v>
                </c:pt>
                <c:pt idx="49">
                  <c:v>94.1793518</c:v>
                </c:pt>
                <c:pt idx="50">
                  <c:v>94.13807292</c:v>
                </c:pt>
                <c:pt idx="51">
                  <c:v>93.65993143</c:v>
                </c:pt>
                <c:pt idx="52">
                  <c:v>94.58415951</c:v>
                </c:pt>
                <c:pt idx="53">
                  <c:v>94.80952515</c:v>
                </c:pt>
                <c:pt idx="54">
                  <c:v>94.19838849</c:v>
                </c:pt>
                <c:pt idx="55">
                  <c:v>94.5650574</c:v>
                </c:pt>
                <c:pt idx="56">
                  <c:v>95.37715872</c:v>
                </c:pt>
                <c:pt idx="57">
                  <c:v>95.70909058</c:v>
                </c:pt>
                <c:pt idx="58">
                  <c:v>95.27824643</c:v>
                </c:pt>
                <c:pt idx="59">
                  <c:v>94.89803595</c:v>
                </c:pt>
                <c:pt idx="60">
                  <c:v>94.23037798</c:v>
                </c:pt>
                <c:pt idx="61">
                  <c:v>95.93072738</c:v>
                </c:pt>
                <c:pt idx="62">
                  <c:v>97.67189772</c:v>
                </c:pt>
                <c:pt idx="63">
                  <c:v>97.88365638</c:v>
                </c:pt>
                <c:pt idx="64">
                  <c:v>98.67521639</c:v>
                </c:pt>
                <c:pt idx="65">
                  <c:v>99.71451505</c:v>
                </c:pt>
                <c:pt idx="66">
                  <c:v>105.04648943</c:v>
                </c:pt>
                <c:pt idx="67">
                  <c:v>102.41746351</c:v>
                </c:pt>
                <c:pt idx="68">
                  <c:v>103.41738043</c:v>
                </c:pt>
                <c:pt idx="69">
                  <c:v>101.06036332</c:v>
                </c:pt>
                <c:pt idx="70">
                  <c:v>101.28886903</c:v>
                </c:pt>
                <c:pt idx="71">
                  <c:v>101.30882158</c:v>
                </c:pt>
                <c:pt idx="72">
                  <c:v>99.27882996</c:v>
                </c:pt>
                <c:pt idx="73">
                  <c:v>99.41928279</c:v>
                </c:pt>
                <c:pt idx="74">
                  <c:v>100.10565036</c:v>
                </c:pt>
                <c:pt idx="75">
                  <c:v>103.92738058</c:v>
                </c:pt>
                <c:pt idx="76">
                  <c:v>102.42518286</c:v>
                </c:pt>
                <c:pt idx="77">
                  <c:v>102.37520337</c:v>
                </c:pt>
                <c:pt idx="78">
                  <c:v>102.21257377</c:v>
                </c:pt>
                <c:pt idx="79">
                  <c:v>100.48258993</c:v>
                </c:pt>
                <c:pt idx="80">
                  <c:v>100.19147902</c:v>
                </c:pt>
                <c:pt idx="81">
                  <c:v>98.15540351</c:v>
                </c:pt>
                <c:pt idx="82">
                  <c:v>101.36599707</c:v>
                </c:pt>
                <c:pt idx="83">
                  <c:v>100.65051841</c:v>
                </c:pt>
                <c:pt idx="84">
                  <c:v>98.60423766</c:v>
                </c:pt>
                <c:pt idx="85">
                  <c:v>99.49392494</c:v>
                </c:pt>
                <c:pt idx="86">
                  <c:v>100.8422591</c:v>
                </c:pt>
                <c:pt idx="87">
                  <c:v>100.23164578</c:v>
                </c:pt>
                <c:pt idx="88">
                  <c:v>99.794914</c:v>
                </c:pt>
                <c:pt idx="89">
                  <c:v>100.29693313</c:v>
                </c:pt>
                <c:pt idx="90">
                  <c:v>100.07470756</c:v>
                </c:pt>
                <c:pt idx="91">
                  <c:v>100.44517073</c:v>
                </c:pt>
                <c:pt idx="92">
                  <c:v>101.21507732</c:v>
                </c:pt>
                <c:pt idx="93">
                  <c:v>101.06540052</c:v>
                </c:pt>
                <c:pt idx="94">
                  <c:v>100.55638164</c:v>
                </c:pt>
                <c:pt idx="95">
                  <c:v>96.53970524</c:v>
                </c:pt>
                <c:pt idx="96">
                  <c:v>92.57621382</c:v>
                </c:pt>
                <c:pt idx="97">
                  <c:v>92.33442822</c:v>
                </c:pt>
                <c:pt idx="98">
                  <c:v>93.36646546</c:v>
                </c:pt>
                <c:pt idx="99">
                  <c:v>93.37483899</c:v>
                </c:pt>
                <c:pt idx="100">
                  <c:v>91.206815</c:v>
                </c:pt>
                <c:pt idx="101">
                  <c:v>92.98004026</c:v>
                </c:pt>
                <c:pt idx="102">
                  <c:v>93.3572415</c:v>
                </c:pt>
                <c:pt idx="103">
                  <c:v>92.31519527</c:v>
                </c:pt>
                <c:pt idx="104">
                  <c:v>91.36591202</c:v>
                </c:pt>
                <c:pt idx="105">
                  <c:v>91.04464333</c:v>
                </c:pt>
                <c:pt idx="106">
                  <c:v>89.35901302</c:v>
                </c:pt>
                <c:pt idx="107">
                  <c:v>89.97754194</c:v>
                </c:pt>
                <c:pt idx="108">
                  <c:v>86.97746409</c:v>
                </c:pt>
                <c:pt idx="109">
                  <c:v>86.09929041</c:v>
                </c:pt>
                <c:pt idx="110">
                  <c:v>81.3824432</c:v>
                </c:pt>
                <c:pt idx="111">
                  <c:v>82.95849805</c:v>
                </c:pt>
                <c:pt idx="112">
                  <c:v>84.18934115</c:v>
                </c:pt>
                <c:pt idx="113">
                  <c:v>82.8637071</c:v>
                </c:pt>
                <c:pt idx="114">
                  <c:v>83.17339678</c:v>
                </c:pt>
                <c:pt idx="115">
                  <c:v>82.47322597</c:v>
                </c:pt>
                <c:pt idx="116">
                  <c:v>81.66086298</c:v>
                </c:pt>
                <c:pt idx="117">
                  <c:v>83.61222195</c:v>
                </c:pt>
                <c:pt idx="118">
                  <c:v>83.86022228</c:v>
                </c:pt>
                <c:pt idx="119">
                  <c:v>82.07868891</c:v>
                </c:pt>
                <c:pt idx="120">
                  <c:v>81.79935328</c:v>
                </c:pt>
                <c:pt idx="121">
                  <c:v>85.52956346</c:v>
                </c:pt>
                <c:pt idx="122">
                  <c:v>84.14760435</c:v>
                </c:pt>
                <c:pt idx="123">
                  <c:v>85.54559091</c:v>
                </c:pt>
                <c:pt idx="124">
                  <c:v>85.58307553</c:v>
                </c:pt>
                <c:pt idx="125">
                  <c:v>86.5810299</c:v>
                </c:pt>
                <c:pt idx="126">
                  <c:v>86.5532926</c:v>
                </c:pt>
                <c:pt idx="127">
                  <c:v>87.71407282</c:v>
                </c:pt>
                <c:pt idx="128">
                  <c:v>91.89965898</c:v>
                </c:pt>
                <c:pt idx="129">
                  <c:v>92.92672444</c:v>
                </c:pt>
                <c:pt idx="130">
                  <c:v>91.51755137</c:v>
                </c:pt>
                <c:pt idx="131">
                  <c:v>92.97297509</c:v>
                </c:pt>
                <c:pt idx="132">
                  <c:v>90.1479563</c:v>
                </c:pt>
                <c:pt idx="133">
                  <c:v>89.63756364</c:v>
                </c:pt>
                <c:pt idx="134">
                  <c:v>89.06482746</c:v>
                </c:pt>
                <c:pt idx="135">
                  <c:v>86.70447401</c:v>
                </c:pt>
                <c:pt idx="136">
                  <c:v>87.11987947</c:v>
                </c:pt>
                <c:pt idx="137">
                  <c:v>87.01207031</c:v>
                </c:pt>
                <c:pt idx="138">
                  <c:v>89.18415022</c:v>
                </c:pt>
                <c:pt idx="139">
                  <c:v>91.90855585</c:v>
                </c:pt>
                <c:pt idx="140">
                  <c:v>93.9641914</c:v>
                </c:pt>
                <c:pt idx="141">
                  <c:v>93.30680408</c:v>
                </c:pt>
                <c:pt idx="142">
                  <c:v>92.85450277</c:v>
                </c:pt>
                <c:pt idx="143">
                  <c:v>94.10130791</c:v>
                </c:pt>
                <c:pt idx="144">
                  <c:v>90.59005238</c:v>
                </c:pt>
                <c:pt idx="145">
                  <c:v>90.16561921</c:v>
                </c:pt>
                <c:pt idx="146">
                  <c:v>88.76913727</c:v>
                </c:pt>
                <c:pt idx="147">
                  <c:v>89.28489422</c:v>
                </c:pt>
                <c:pt idx="148">
                  <c:v>88.2734637</c:v>
                </c:pt>
                <c:pt idx="149">
                  <c:v>86.602945</c:v>
                </c:pt>
                <c:pt idx="150">
                  <c:v>86.82713311</c:v>
                </c:pt>
                <c:pt idx="151">
                  <c:v>86.13886841</c:v>
                </c:pt>
                <c:pt idx="152">
                  <c:v>84.01441293</c:v>
                </c:pt>
                <c:pt idx="153">
                  <c:v>82.01804626</c:v>
                </c:pt>
                <c:pt idx="154">
                  <c:v>84.10809177</c:v>
                </c:pt>
                <c:pt idx="155">
                  <c:v>81.38656454</c:v>
                </c:pt>
                <c:pt idx="156">
                  <c:v>81.75526142</c:v>
                </c:pt>
                <c:pt idx="157">
                  <c:v>81.91730226</c:v>
                </c:pt>
                <c:pt idx="158">
                  <c:v>81.52682113</c:v>
                </c:pt>
                <c:pt idx="159">
                  <c:v>80.48130774</c:v>
                </c:pt>
                <c:pt idx="160">
                  <c:v>84.98292913</c:v>
                </c:pt>
                <c:pt idx="161">
                  <c:v>86.11080401</c:v>
                </c:pt>
                <c:pt idx="162">
                  <c:v>87.52468719</c:v>
                </c:pt>
                <c:pt idx="163">
                  <c:v>84.75592803</c:v>
                </c:pt>
                <c:pt idx="164">
                  <c:v>81.9231899</c:v>
                </c:pt>
                <c:pt idx="165">
                  <c:v>81.2867364</c:v>
                </c:pt>
                <c:pt idx="166">
                  <c:v>82.67811572</c:v>
                </c:pt>
                <c:pt idx="167">
                  <c:v>83.52639329</c:v>
                </c:pt>
                <c:pt idx="168">
                  <c:v>83.75136642</c:v>
                </c:pt>
                <c:pt idx="169">
                  <c:v>82.76414063</c:v>
                </c:pt>
                <c:pt idx="170">
                  <c:v>83.17614434</c:v>
                </c:pt>
                <c:pt idx="171">
                  <c:v>83.8146258</c:v>
                </c:pt>
                <c:pt idx="172">
                  <c:v>84.77895523</c:v>
                </c:pt>
                <c:pt idx="173">
                  <c:v>83.58383046</c:v>
                </c:pt>
                <c:pt idx="174">
                  <c:v>82.87849161</c:v>
                </c:pt>
                <c:pt idx="175">
                  <c:v>80.16854341</c:v>
                </c:pt>
                <c:pt idx="176">
                  <c:v>81.85122989</c:v>
                </c:pt>
                <c:pt idx="177">
                  <c:v>82.74987947</c:v>
                </c:pt>
                <c:pt idx="178">
                  <c:v>82.83368016</c:v>
                </c:pt>
                <c:pt idx="179">
                  <c:v>84.24677832</c:v>
                </c:pt>
                <c:pt idx="180">
                  <c:v>81.50883113</c:v>
                </c:pt>
                <c:pt idx="181">
                  <c:v>80.86217239</c:v>
                </c:pt>
                <c:pt idx="182">
                  <c:v>78.76604299</c:v>
                </c:pt>
                <c:pt idx="183">
                  <c:v>79.11459107</c:v>
                </c:pt>
                <c:pt idx="184">
                  <c:v>79.10046074</c:v>
                </c:pt>
                <c:pt idx="185">
                  <c:v>73.74081447</c:v>
                </c:pt>
                <c:pt idx="186">
                  <c:v>75.39831496</c:v>
                </c:pt>
                <c:pt idx="187">
                  <c:v>74.04245771</c:v>
                </c:pt>
                <c:pt idx="188">
                  <c:v>72.07781885</c:v>
                </c:pt>
                <c:pt idx="189">
                  <c:v>70.41495407</c:v>
                </c:pt>
                <c:pt idx="190">
                  <c:v>68.37501889</c:v>
                </c:pt>
                <c:pt idx="191">
                  <c:v>70.58896644</c:v>
                </c:pt>
                <c:pt idx="192">
                  <c:v>70.28863156</c:v>
                </c:pt>
                <c:pt idx="193">
                  <c:v>70.32565825</c:v>
                </c:pt>
                <c:pt idx="194">
                  <c:v>67.49318179</c:v>
                </c:pt>
                <c:pt idx="195">
                  <c:v>69.07610555</c:v>
                </c:pt>
                <c:pt idx="196">
                  <c:v>69.03364915</c:v>
                </c:pt>
                <c:pt idx="197">
                  <c:v>69.62385199</c:v>
                </c:pt>
                <c:pt idx="198">
                  <c:v>68.62838351</c:v>
                </c:pt>
                <c:pt idx="199">
                  <c:v>70.86555451</c:v>
                </c:pt>
                <c:pt idx="200">
                  <c:v>70.39447818</c:v>
                </c:pt>
                <c:pt idx="201">
                  <c:v>71.53419376</c:v>
                </c:pt>
                <c:pt idx="202">
                  <c:v>73.23303854</c:v>
                </c:pt>
                <c:pt idx="203">
                  <c:v>73.45644163</c:v>
                </c:pt>
                <c:pt idx="204">
                  <c:v>74.20024636</c:v>
                </c:pt>
                <c:pt idx="205">
                  <c:v>73.45644163</c:v>
                </c:pt>
                <c:pt idx="206">
                  <c:v>72.82495992</c:v>
                </c:pt>
                <c:pt idx="207">
                  <c:v>72.99596304</c:v>
                </c:pt>
                <c:pt idx="208">
                  <c:v>71.81588445</c:v>
                </c:pt>
                <c:pt idx="209">
                  <c:v>71.14358179</c:v>
                </c:pt>
                <c:pt idx="210">
                  <c:v>72.50153242</c:v>
                </c:pt>
                <c:pt idx="211">
                  <c:v>74.4385648</c:v>
                </c:pt>
                <c:pt idx="212">
                  <c:v>70.7949683</c:v>
                </c:pt>
                <c:pt idx="213">
                  <c:v>70.75467069</c:v>
                </c:pt>
                <c:pt idx="214">
                  <c:v>70.34914338</c:v>
                </c:pt>
                <c:pt idx="215">
                  <c:v>68.92610166</c:v>
                </c:pt>
                <c:pt idx="216">
                  <c:v>69.55254617</c:v>
                </c:pt>
                <c:pt idx="217">
                  <c:v>69.86478716</c:v>
                </c:pt>
                <c:pt idx="218">
                  <c:v>70.32199484</c:v>
                </c:pt>
                <c:pt idx="219">
                  <c:v>69.59166625</c:v>
                </c:pt>
                <c:pt idx="220">
                  <c:v>69.68953185</c:v>
                </c:pt>
                <c:pt idx="221">
                  <c:v>70.62507728</c:v>
                </c:pt>
                <c:pt idx="222">
                  <c:v>72.38953649</c:v>
                </c:pt>
                <c:pt idx="223">
                  <c:v>71.22391532</c:v>
                </c:pt>
                <c:pt idx="224">
                  <c:v>71.15143197</c:v>
                </c:pt>
                <c:pt idx="225">
                  <c:v>71.75367176</c:v>
                </c:pt>
                <c:pt idx="226">
                  <c:v>71.06076237</c:v>
                </c:pt>
                <c:pt idx="227">
                  <c:v>70.77004397</c:v>
                </c:pt>
                <c:pt idx="228">
                  <c:v>68.78152748</c:v>
                </c:pt>
                <c:pt idx="229">
                  <c:v>66.95308928</c:v>
                </c:pt>
                <c:pt idx="230">
                  <c:v>66.85103691</c:v>
                </c:pt>
                <c:pt idx="231">
                  <c:v>67.2834511</c:v>
                </c:pt>
                <c:pt idx="232">
                  <c:v>68.05381561</c:v>
                </c:pt>
                <c:pt idx="233">
                  <c:v>67.11885895</c:v>
                </c:pt>
                <c:pt idx="234">
                  <c:v>68.31882467</c:v>
                </c:pt>
                <c:pt idx="235">
                  <c:v>69.22388523</c:v>
                </c:pt>
                <c:pt idx="236">
                  <c:v>68.47981882</c:v>
                </c:pt>
                <c:pt idx="237">
                  <c:v>70.26200636</c:v>
                </c:pt>
                <c:pt idx="238">
                  <c:v>69.06465737</c:v>
                </c:pt>
                <c:pt idx="239">
                  <c:v>67.1560819</c:v>
                </c:pt>
                <c:pt idx="240">
                  <c:v>67.53537652</c:v>
                </c:pt>
                <c:pt idx="241">
                  <c:v>68.00946209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0"/>
          <c:min val="5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930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主流程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Ref>
              <c:f>'Chart Data'!$A$2:$A$486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Data'!$B$2:$B$486</c:f>
              <c:numCache>
                <c:formatCode>0%</c:formatCode>
                <c:ptCount val="485"/>
                <c:pt idx="0">
                  <c:v>0</c:v>
                </c:pt>
                <c:pt idx="1">
                  <c:v>-0.00782427</c:v>
                </c:pt>
                <c:pt idx="2">
                  <c:v>-0.0088006</c:v>
                </c:pt>
                <c:pt idx="3">
                  <c:v>-0.01475455</c:v>
                </c:pt>
                <c:pt idx="4">
                  <c:v>-0.01055739</c:v>
                </c:pt>
                <c:pt idx="5">
                  <c:v>-0.00888459</c:v>
                </c:pt>
                <c:pt idx="6">
                  <c:v>-0.00630471</c:v>
                </c:pt>
                <c:pt idx="7">
                  <c:v>-0.00154893</c:v>
                </c:pt>
                <c:pt idx="8">
                  <c:v>0</c:v>
                </c:pt>
                <c:pt idx="9">
                  <c:v>0</c:v>
                </c:pt>
                <c:pt idx="10">
                  <c:v>-0.0018107</c:v>
                </c:pt>
                <c:pt idx="11">
                  <c:v>0</c:v>
                </c:pt>
                <c:pt idx="12">
                  <c:v>0</c:v>
                </c:pt>
                <c:pt idx="13">
                  <c:v>-0.00165739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-0.0058432</c:v>
                </c:pt>
                <c:pt idx="18">
                  <c:v>-0.014657</c:v>
                </c:pt>
                <c:pt idx="19">
                  <c:v>-0.0088227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-0.00093604</c:v>
                </c:pt>
                <c:pt idx="24">
                  <c:v>0</c:v>
                </c:pt>
                <c:pt idx="25">
                  <c:v>-0.00206356</c:v>
                </c:pt>
                <c:pt idx="26">
                  <c:v>0</c:v>
                </c:pt>
                <c:pt idx="27">
                  <c:v>-0.00423356</c:v>
                </c:pt>
                <c:pt idx="28">
                  <c:v>-0.00348428</c:v>
                </c:pt>
                <c:pt idx="29">
                  <c:v>-0.0025929</c:v>
                </c:pt>
                <c:pt idx="30">
                  <c:v>-0.00608077</c:v>
                </c:pt>
                <c:pt idx="31">
                  <c:v>0</c:v>
                </c:pt>
                <c:pt idx="32">
                  <c:v>0</c:v>
                </c:pt>
                <c:pt idx="33">
                  <c:v>-0.00144593</c:v>
                </c:pt>
                <c:pt idx="34">
                  <c:v>-0.00034115</c:v>
                </c:pt>
                <c:pt idx="35">
                  <c:v>-0.00540435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-0.00692612</c:v>
                </c:pt>
                <c:pt idx="42">
                  <c:v>-0.00424673</c:v>
                </c:pt>
                <c:pt idx="43">
                  <c:v>-0.00634762</c:v>
                </c:pt>
                <c:pt idx="44">
                  <c:v>-0.0171349</c:v>
                </c:pt>
                <c:pt idx="45">
                  <c:v>-0.01663887</c:v>
                </c:pt>
                <c:pt idx="46">
                  <c:v>-0.01947216</c:v>
                </c:pt>
                <c:pt idx="47">
                  <c:v>-0.01511312</c:v>
                </c:pt>
                <c:pt idx="48">
                  <c:v>-0.01500417</c:v>
                </c:pt>
                <c:pt idx="49">
                  <c:v>-0.02161827</c:v>
                </c:pt>
                <c:pt idx="50">
                  <c:v>-0.02788191</c:v>
                </c:pt>
                <c:pt idx="51">
                  <c:v>-0.0326487</c:v>
                </c:pt>
                <c:pt idx="52">
                  <c:v>-0.02646825</c:v>
                </c:pt>
                <c:pt idx="53">
                  <c:v>-0.02657879</c:v>
                </c:pt>
                <c:pt idx="54">
                  <c:v>-0.03748605</c:v>
                </c:pt>
                <c:pt idx="55">
                  <c:v>-0.03366686</c:v>
                </c:pt>
                <c:pt idx="56">
                  <c:v>-0.04880648</c:v>
                </c:pt>
                <c:pt idx="57">
                  <c:v>-0.04813025</c:v>
                </c:pt>
                <c:pt idx="58">
                  <c:v>-0.04426387</c:v>
                </c:pt>
                <c:pt idx="59">
                  <c:v>-0.06035908</c:v>
                </c:pt>
                <c:pt idx="60">
                  <c:v>-0.05755822</c:v>
                </c:pt>
                <c:pt idx="61">
                  <c:v>-0.05632933</c:v>
                </c:pt>
                <c:pt idx="62">
                  <c:v>-0.05868454</c:v>
                </c:pt>
                <c:pt idx="63">
                  <c:v>-0.06765277</c:v>
                </c:pt>
                <c:pt idx="64">
                  <c:v>-0.05223021</c:v>
                </c:pt>
                <c:pt idx="65">
                  <c:v>-0.04000426</c:v>
                </c:pt>
                <c:pt idx="66">
                  <c:v>-0.02506531</c:v>
                </c:pt>
                <c:pt idx="67">
                  <c:v>-0.04545789</c:v>
                </c:pt>
                <c:pt idx="68">
                  <c:v>-0.05364833</c:v>
                </c:pt>
                <c:pt idx="69">
                  <c:v>-0.0017141</c:v>
                </c:pt>
                <c:pt idx="70">
                  <c:v>0</c:v>
                </c:pt>
                <c:pt idx="71">
                  <c:v>0</c:v>
                </c:pt>
                <c:pt idx="72">
                  <c:v>-0.00935466</c:v>
                </c:pt>
                <c:pt idx="73">
                  <c:v>-0.00997823</c:v>
                </c:pt>
                <c:pt idx="74">
                  <c:v>-0.01577235</c:v>
                </c:pt>
                <c:pt idx="75">
                  <c:v>-0.02614321</c:v>
                </c:pt>
                <c:pt idx="76">
                  <c:v>-0.03146468</c:v>
                </c:pt>
                <c:pt idx="77">
                  <c:v>-0.01707563</c:v>
                </c:pt>
                <c:pt idx="78">
                  <c:v>-0.03276021</c:v>
                </c:pt>
                <c:pt idx="79">
                  <c:v>-0.01857047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-0.00897088</c:v>
                </c:pt>
                <c:pt idx="86">
                  <c:v>-0.02069868</c:v>
                </c:pt>
                <c:pt idx="87">
                  <c:v>-0.00700025</c:v>
                </c:pt>
                <c:pt idx="88">
                  <c:v>-0.01678526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-0.00438723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-0.0032904</c:v>
                </c:pt>
                <c:pt idx="105">
                  <c:v>-0.01255681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-0.02044171</c:v>
                </c:pt>
                <c:pt idx="110">
                  <c:v>-0.04388971</c:v>
                </c:pt>
                <c:pt idx="111">
                  <c:v>-0.06871697</c:v>
                </c:pt>
                <c:pt idx="112">
                  <c:v>-0.05936954</c:v>
                </c:pt>
                <c:pt idx="113">
                  <c:v>-0.04852335</c:v>
                </c:pt>
                <c:pt idx="114">
                  <c:v>-0.0624873</c:v>
                </c:pt>
                <c:pt idx="115">
                  <c:v>-0.06984868</c:v>
                </c:pt>
                <c:pt idx="116">
                  <c:v>-0.07681062</c:v>
                </c:pt>
                <c:pt idx="117">
                  <c:v>-0.08036707</c:v>
                </c:pt>
                <c:pt idx="118">
                  <c:v>-0.08380819</c:v>
                </c:pt>
                <c:pt idx="119">
                  <c:v>-0.08319973</c:v>
                </c:pt>
                <c:pt idx="120">
                  <c:v>-0.08889651</c:v>
                </c:pt>
                <c:pt idx="121">
                  <c:v>-0.23867924</c:v>
                </c:pt>
                <c:pt idx="122">
                  <c:v>-0.20963686</c:v>
                </c:pt>
                <c:pt idx="123">
                  <c:v>-0.128991</c:v>
                </c:pt>
                <c:pt idx="124">
                  <c:v>-0.09953006</c:v>
                </c:pt>
                <c:pt idx="125">
                  <c:v>-0.07803278</c:v>
                </c:pt>
                <c:pt idx="126">
                  <c:v>-0.07108146</c:v>
                </c:pt>
                <c:pt idx="127">
                  <c:v>-0.06950512</c:v>
                </c:pt>
                <c:pt idx="128">
                  <c:v>-0.09261321</c:v>
                </c:pt>
                <c:pt idx="129">
                  <c:v>-0.08657616</c:v>
                </c:pt>
                <c:pt idx="130">
                  <c:v>-0.06505293</c:v>
                </c:pt>
                <c:pt idx="131">
                  <c:v>-0.05361021</c:v>
                </c:pt>
                <c:pt idx="132">
                  <c:v>-0.05515547</c:v>
                </c:pt>
                <c:pt idx="133">
                  <c:v>-0.05564085</c:v>
                </c:pt>
                <c:pt idx="134">
                  <c:v>-0.09226599</c:v>
                </c:pt>
                <c:pt idx="135">
                  <c:v>-0.09240853</c:v>
                </c:pt>
                <c:pt idx="136">
                  <c:v>-0.11631665</c:v>
                </c:pt>
                <c:pt idx="137">
                  <c:v>-0.10885368</c:v>
                </c:pt>
                <c:pt idx="138">
                  <c:v>-0.08237814</c:v>
                </c:pt>
                <c:pt idx="139">
                  <c:v>-0.04556834</c:v>
                </c:pt>
                <c:pt idx="140">
                  <c:v>-0.03212412</c:v>
                </c:pt>
                <c:pt idx="141">
                  <c:v>-0.02918686</c:v>
                </c:pt>
                <c:pt idx="142">
                  <c:v>-0.03402816</c:v>
                </c:pt>
                <c:pt idx="143">
                  <c:v>-0.01323649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-0.00472012</c:v>
                </c:pt>
                <c:pt idx="151">
                  <c:v>-0.03755028</c:v>
                </c:pt>
                <c:pt idx="152">
                  <c:v>-0.05831461</c:v>
                </c:pt>
                <c:pt idx="153">
                  <c:v>-0.03643505</c:v>
                </c:pt>
                <c:pt idx="154">
                  <c:v>-0.04002857</c:v>
                </c:pt>
                <c:pt idx="155">
                  <c:v>-0.04783316</c:v>
                </c:pt>
                <c:pt idx="156">
                  <c:v>-0.0190053</c:v>
                </c:pt>
                <c:pt idx="157">
                  <c:v>-0.02481511</c:v>
                </c:pt>
                <c:pt idx="158">
                  <c:v>-0.01864678</c:v>
                </c:pt>
                <c:pt idx="159">
                  <c:v>-0.0057436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-0.00681386</c:v>
                </c:pt>
                <c:pt idx="166">
                  <c:v>-0.01577997</c:v>
                </c:pt>
                <c:pt idx="167">
                  <c:v>-0.00461264</c:v>
                </c:pt>
                <c:pt idx="168">
                  <c:v>-0.00530798</c:v>
                </c:pt>
                <c:pt idx="169">
                  <c:v>-0.00950338</c:v>
                </c:pt>
                <c:pt idx="170">
                  <c:v>-0.02297319</c:v>
                </c:pt>
                <c:pt idx="171">
                  <c:v>-0.02496086</c:v>
                </c:pt>
                <c:pt idx="172">
                  <c:v>-0.01444608</c:v>
                </c:pt>
                <c:pt idx="173">
                  <c:v>0</c:v>
                </c:pt>
                <c:pt idx="174">
                  <c:v>0</c:v>
                </c:pt>
                <c:pt idx="175">
                  <c:v>-0.00476898</c:v>
                </c:pt>
                <c:pt idx="176">
                  <c:v>-0.0019596</c:v>
                </c:pt>
                <c:pt idx="177">
                  <c:v>0</c:v>
                </c:pt>
                <c:pt idx="178">
                  <c:v>0</c:v>
                </c:pt>
                <c:pt idx="179">
                  <c:v>-0.00844072</c:v>
                </c:pt>
                <c:pt idx="180">
                  <c:v>-0.00865165</c:v>
                </c:pt>
                <c:pt idx="181">
                  <c:v>-0.02207698</c:v>
                </c:pt>
                <c:pt idx="182">
                  <c:v>-0.02091744</c:v>
                </c:pt>
                <c:pt idx="183">
                  <c:v>-0.010163</c:v>
                </c:pt>
                <c:pt idx="184">
                  <c:v>-0.01720927</c:v>
                </c:pt>
                <c:pt idx="185">
                  <c:v>-0.02086286</c:v>
                </c:pt>
                <c:pt idx="186">
                  <c:v>-0.01825964</c:v>
                </c:pt>
                <c:pt idx="187">
                  <c:v>-0.01860316</c:v>
                </c:pt>
                <c:pt idx="188">
                  <c:v>-0.0222808</c:v>
                </c:pt>
                <c:pt idx="189">
                  <c:v>-0.02255057</c:v>
                </c:pt>
                <c:pt idx="190">
                  <c:v>-0.0089636</c:v>
                </c:pt>
                <c:pt idx="191">
                  <c:v>-0.01364365</c:v>
                </c:pt>
                <c:pt idx="192">
                  <c:v>-0.01375435</c:v>
                </c:pt>
                <c:pt idx="193">
                  <c:v>-0.00224995</c:v>
                </c:pt>
                <c:pt idx="194">
                  <c:v>-0.00715439</c:v>
                </c:pt>
                <c:pt idx="195">
                  <c:v>-0.0081401</c:v>
                </c:pt>
                <c:pt idx="196">
                  <c:v>-0.00805788</c:v>
                </c:pt>
                <c:pt idx="197">
                  <c:v>-0.00663591</c:v>
                </c:pt>
                <c:pt idx="198">
                  <c:v>-0.00805942</c:v>
                </c:pt>
                <c:pt idx="199">
                  <c:v>-0.00784377</c:v>
                </c:pt>
                <c:pt idx="200">
                  <c:v>-0.00971292</c:v>
                </c:pt>
                <c:pt idx="201">
                  <c:v>-0.01170409</c:v>
                </c:pt>
                <c:pt idx="202">
                  <c:v>-0.00998006</c:v>
                </c:pt>
                <c:pt idx="203">
                  <c:v>-0.00795841</c:v>
                </c:pt>
                <c:pt idx="204">
                  <c:v>-0.00388874</c:v>
                </c:pt>
                <c:pt idx="205">
                  <c:v>0</c:v>
                </c:pt>
                <c:pt idx="206">
                  <c:v>-0.00894152</c:v>
                </c:pt>
                <c:pt idx="207">
                  <c:v>-0.00441556</c:v>
                </c:pt>
                <c:pt idx="208">
                  <c:v>-0.0044769</c:v>
                </c:pt>
                <c:pt idx="209">
                  <c:v>-0.00768032</c:v>
                </c:pt>
                <c:pt idx="210">
                  <c:v>-0.02631912</c:v>
                </c:pt>
                <c:pt idx="211">
                  <c:v>-0.00208862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-0.00371718</c:v>
                </c:pt>
                <c:pt idx="216">
                  <c:v>-0.00944245</c:v>
                </c:pt>
                <c:pt idx="217">
                  <c:v>0</c:v>
                </c:pt>
                <c:pt idx="218">
                  <c:v>-0.01260258</c:v>
                </c:pt>
                <c:pt idx="219">
                  <c:v>-0.03108925</c:v>
                </c:pt>
                <c:pt idx="220">
                  <c:v>-0.03233263</c:v>
                </c:pt>
                <c:pt idx="221">
                  <c:v>-0.02035337</c:v>
                </c:pt>
                <c:pt idx="222">
                  <c:v>-0.02883801</c:v>
                </c:pt>
                <c:pt idx="223">
                  <c:v>-0.02547582</c:v>
                </c:pt>
                <c:pt idx="224">
                  <c:v>-0.04182759</c:v>
                </c:pt>
                <c:pt idx="225">
                  <c:v>-0.04254986</c:v>
                </c:pt>
                <c:pt idx="226">
                  <c:v>-0.02992789</c:v>
                </c:pt>
                <c:pt idx="227">
                  <c:v>-0.02463191</c:v>
                </c:pt>
                <c:pt idx="228">
                  <c:v>-0.04744077</c:v>
                </c:pt>
                <c:pt idx="229">
                  <c:v>-0.0451952</c:v>
                </c:pt>
                <c:pt idx="230">
                  <c:v>-0.03555616</c:v>
                </c:pt>
                <c:pt idx="231">
                  <c:v>-0.04130919</c:v>
                </c:pt>
                <c:pt idx="232">
                  <c:v>-0.04704357</c:v>
                </c:pt>
                <c:pt idx="233">
                  <c:v>-0.04581129</c:v>
                </c:pt>
                <c:pt idx="234">
                  <c:v>-0.04645874</c:v>
                </c:pt>
                <c:pt idx="235">
                  <c:v>-0.04728924</c:v>
                </c:pt>
                <c:pt idx="236">
                  <c:v>-0.04910228</c:v>
                </c:pt>
                <c:pt idx="237">
                  <c:v>-0.04951273</c:v>
                </c:pt>
                <c:pt idx="238">
                  <c:v>-0.05271477</c:v>
                </c:pt>
                <c:pt idx="239">
                  <c:v>-0.05197903</c:v>
                </c:pt>
                <c:pt idx="240">
                  <c:v>-0.05583428</c:v>
                </c:pt>
                <c:pt idx="241">
                  <c:v>-0.05915552</c:v>
                </c:pt>
                <c:pt idx="242">
                  <c:v>-0.05773338</c:v>
                </c:pt>
                <c:pt idx="243">
                  <c:v>-0.05868141</c:v>
                </c:pt>
                <c:pt idx="244">
                  <c:v>-0.05948909</c:v>
                </c:pt>
                <c:pt idx="245">
                  <c:v>-0.05820052</c:v>
                </c:pt>
                <c:pt idx="246">
                  <c:v>-0.05698658</c:v>
                </c:pt>
                <c:pt idx="247">
                  <c:v>-0.05618729</c:v>
                </c:pt>
                <c:pt idx="248">
                  <c:v>-0.05501204</c:v>
                </c:pt>
                <c:pt idx="249">
                  <c:v>-0.05745649</c:v>
                </c:pt>
                <c:pt idx="250">
                  <c:v>-0.06096511</c:v>
                </c:pt>
                <c:pt idx="251">
                  <c:v>-0.06117502</c:v>
                </c:pt>
                <c:pt idx="252">
                  <c:v>-0.05630371</c:v>
                </c:pt>
                <c:pt idx="253">
                  <c:v>-0.05464583</c:v>
                </c:pt>
                <c:pt idx="254">
                  <c:v>-0.05444756</c:v>
                </c:pt>
                <c:pt idx="255">
                  <c:v>-0.05414387</c:v>
                </c:pt>
                <c:pt idx="256">
                  <c:v>-0.05485757</c:v>
                </c:pt>
                <c:pt idx="257">
                  <c:v>-0.05543102</c:v>
                </c:pt>
                <c:pt idx="258">
                  <c:v>-0.04740304</c:v>
                </c:pt>
                <c:pt idx="259">
                  <c:v>-0.05030598</c:v>
                </c:pt>
                <c:pt idx="260">
                  <c:v>-0.04109795</c:v>
                </c:pt>
                <c:pt idx="261">
                  <c:v>-0.04247458</c:v>
                </c:pt>
                <c:pt idx="262">
                  <c:v>-0.04464559</c:v>
                </c:pt>
                <c:pt idx="263">
                  <c:v>-0.04391924</c:v>
                </c:pt>
                <c:pt idx="264">
                  <c:v>-0.04332709</c:v>
                </c:pt>
                <c:pt idx="265">
                  <c:v>-0.04499231</c:v>
                </c:pt>
                <c:pt idx="266">
                  <c:v>-0.04501944</c:v>
                </c:pt>
                <c:pt idx="267">
                  <c:v>-0.04341892</c:v>
                </c:pt>
                <c:pt idx="268">
                  <c:v>-0.04440381</c:v>
                </c:pt>
                <c:pt idx="269">
                  <c:v>-0.04354972</c:v>
                </c:pt>
                <c:pt idx="270">
                  <c:v>-0.04433303</c:v>
                </c:pt>
                <c:pt idx="271">
                  <c:v>-0.04291069</c:v>
                </c:pt>
                <c:pt idx="272">
                  <c:v>-0.04600314</c:v>
                </c:pt>
                <c:pt idx="273">
                  <c:v>-0.04739513</c:v>
                </c:pt>
                <c:pt idx="274">
                  <c:v>-0.04979575</c:v>
                </c:pt>
                <c:pt idx="275">
                  <c:v>-0.0541627</c:v>
                </c:pt>
                <c:pt idx="276">
                  <c:v>-0.05376369</c:v>
                </c:pt>
                <c:pt idx="277">
                  <c:v>-0.0531189</c:v>
                </c:pt>
                <c:pt idx="278">
                  <c:v>-0.05400199</c:v>
                </c:pt>
                <c:pt idx="279">
                  <c:v>-0.05541573</c:v>
                </c:pt>
                <c:pt idx="280">
                  <c:v>-0.05454857</c:v>
                </c:pt>
                <c:pt idx="281">
                  <c:v>-0.05179136</c:v>
                </c:pt>
                <c:pt idx="282">
                  <c:v>-0.05324736</c:v>
                </c:pt>
                <c:pt idx="283">
                  <c:v>-0.05488501</c:v>
                </c:pt>
                <c:pt idx="284">
                  <c:v>-0.05707753</c:v>
                </c:pt>
                <c:pt idx="285">
                  <c:v>-0.05495449</c:v>
                </c:pt>
                <c:pt idx="286">
                  <c:v>-0.0533645</c:v>
                </c:pt>
                <c:pt idx="287">
                  <c:v>-0.05559164</c:v>
                </c:pt>
                <c:pt idx="288">
                  <c:v>-0.05542929</c:v>
                </c:pt>
                <c:pt idx="289">
                  <c:v>-0.05241915</c:v>
                </c:pt>
                <c:pt idx="290">
                  <c:v>-0.05308045</c:v>
                </c:pt>
                <c:pt idx="291">
                  <c:v>-0.05285836</c:v>
                </c:pt>
                <c:pt idx="292">
                  <c:v>-0.05105233</c:v>
                </c:pt>
                <c:pt idx="293">
                  <c:v>-0.05145556</c:v>
                </c:pt>
                <c:pt idx="294">
                  <c:v>-0.05128305</c:v>
                </c:pt>
                <c:pt idx="295">
                  <c:v>-0.0499379</c:v>
                </c:pt>
                <c:pt idx="296">
                  <c:v>-0.04998146</c:v>
                </c:pt>
                <c:pt idx="297">
                  <c:v>-0.05143154</c:v>
                </c:pt>
                <c:pt idx="298">
                  <c:v>-0.0515561</c:v>
                </c:pt>
                <c:pt idx="299">
                  <c:v>-0.0508279</c:v>
                </c:pt>
                <c:pt idx="300">
                  <c:v>-0.05111851</c:v>
                </c:pt>
                <c:pt idx="301">
                  <c:v>-0.05245266</c:v>
                </c:pt>
                <c:pt idx="302">
                  <c:v>-0.05312583</c:v>
                </c:pt>
                <c:pt idx="303">
                  <c:v>-0.05427033</c:v>
                </c:pt>
                <c:pt idx="304">
                  <c:v>-0.05371297</c:v>
                </c:pt>
                <c:pt idx="305">
                  <c:v>-0.04851037</c:v>
                </c:pt>
                <c:pt idx="306">
                  <c:v>-0.05027278</c:v>
                </c:pt>
                <c:pt idx="307">
                  <c:v>-0.04780085</c:v>
                </c:pt>
                <c:pt idx="308">
                  <c:v>-0.04687577</c:v>
                </c:pt>
                <c:pt idx="309">
                  <c:v>-0.04467061</c:v>
                </c:pt>
                <c:pt idx="310">
                  <c:v>-0.04764326</c:v>
                </c:pt>
                <c:pt idx="311">
                  <c:v>-0.04735236</c:v>
                </c:pt>
                <c:pt idx="312">
                  <c:v>-0.0482502</c:v>
                </c:pt>
                <c:pt idx="313">
                  <c:v>-0.04839972</c:v>
                </c:pt>
                <c:pt idx="314">
                  <c:v>-0.04829637</c:v>
                </c:pt>
                <c:pt idx="315">
                  <c:v>-0.04915395</c:v>
                </c:pt>
                <c:pt idx="316">
                  <c:v>-0.04930276</c:v>
                </c:pt>
                <c:pt idx="317">
                  <c:v>-0.0474162</c:v>
                </c:pt>
                <c:pt idx="318">
                  <c:v>-0.04393236</c:v>
                </c:pt>
                <c:pt idx="319">
                  <c:v>-0.04518633</c:v>
                </c:pt>
                <c:pt idx="320">
                  <c:v>-0.04614022</c:v>
                </c:pt>
                <c:pt idx="321">
                  <c:v>-0.04727462</c:v>
                </c:pt>
                <c:pt idx="322">
                  <c:v>-0.0475632</c:v>
                </c:pt>
                <c:pt idx="323">
                  <c:v>-0.04821033</c:v>
                </c:pt>
                <c:pt idx="324">
                  <c:v>-0.05002901</c:v>
                </c:pt>
                <c:pt idx="325">
                  <c:v>-0.04923219</c:v>
                </c:pt>
                <c:pt idx="326">
                  <c:v>-0.04880911</c:v>
                </c:pt>
                <c:pt idx="327">
                  <c:v>-0.04948244</c:v>
                </c:pt>
                <c:pt idx="328">
                  <c:v>-0.04910848</c:v>
                </c:pt>
                <c:pt idx="329">
                  <c:v>-0.04747827</c:v>
                </c:pt>
                <c:pt idx="330">
                  <c:v>-0.04770565</c:v>
                </c:pt>
                <c:pt idx="331">
                  <c:v>-0.04875658</c:v>
                </c:pt>
                <c:pt idx="332">
                  <c:v>-0.04819809</c:v>
                </c:pt>
                <c:pt idx="333">
                  <c:v>-0.04890775</c:v>
                </c:pt>
                <c:pt idx="334">
                  <c:v>-0.04823548</c:v>
                </c:pt>
                <c:pt idx="335">
                  <c:v>-0.04790347</c:v>
                </c:pt>
                <c:pt idx="336">
                  <c:v>-0.0488631</c:v>
                </c:pt>
                <c:pt idx="337">
                  <c:v>-0.04964777</c:v>
                </c:pt>
                <c:pt idx="338">
                  <c:v>-0.05235207</c:v>
                </c:pt>
                <c:pt idx="339">
                  <c:v>-0.05464739</c:v>
                </c:pt>
                <c:pt idx="340">
                  <c:v>-0.05436759</c:v>
                </c:pt>
                <c:pt idx="341">
                  <c:v>-0.05342543</c:v>
                </c:pt>
                <c:pt idx="342">
                  <c:v>-0.05284435</c:v>
                </c:pt>
                <c:pt idx="343">
                  <c:v>-0.05595488</c:v>
                </c:pt>
                <c:pt idx="344">
                  <c:v>-0.05320928</c:v>
                </c:pt>
                <c:pt idx="345">
                  <c:v>-0.05241482</c:v>
                </c:pt>
                <c:pt idx="346">
                  <c:v>-0.0521315</c:v>
                </c:pt>
                <c:pt idx="347">
                  <c:v>-0.05324717</c:v>
                </c:pt>
                <c:pt idx="348">
                  <c:v>-0.05372632</c:v>
                </c:pt>
                <c:pt idx="349">
                  <c:v>-0.05560426</c:v>
                </c:pt>
                <c:pt idx="350">
                  <c:v>-0.05546134</c:v>
                </c:pt>
                <c:pt idx="351">
                  <c:v>-0.05979108</c:v>
                </c:pt>
                <c:pt idx="352">
                  <c:v>-0.06192451</c:v>
                </c:pt>
                <c:pt idx="353">
                  <c:v>-0.06799208</c:v>
                </c:pt>
                <c:pt idx="354">
                  <c:v>-0.06561057</c:v>
                </c:pt>
                <c:pt idx="355">
                  <c:v>-0.06281053</c:v>
                </c:pt>
                <c:pt idx="356">
                  <c:v>-0.06588966</c:v>
                </c:pt>
                <c:pt idx="357">
                  <c:v>-0.0659928</c:v>
                </c:pt>
                <c:pt idx="358">
                  <c:v>-0.06416568</c:v>
                </c:pt>
                <c:pt idx="359">
                  <c:v>-0.06459716</c:v>
                </c:pt>
                <c:pt idx="360">
                  <c:v>-0.06329029</c:v>
                </c:pt>
                <c:pt idx="361">
                  <c:v>-0.06332053</c:v>
                </c:pt>
                <c:pt idx="362">
                  <c:v>-0.06673765</c:v>
                </c:pt>
                <c:pt idx="363">
                  <c:v>-0.06680193</c:v>
                </c:pt>
                <c:pt idx="364">
                  <c:v>-0.06104513</c:v>
                </c:pt>
                <c:pt idx="365">
                  <c:v>-0.06352249</c:v>
                </c:pt>
                <c:pt idx="366">
                  <c:v>-0.05732381</c:v>
                </c:pt>
                <c:pt idx="367">
                  <c:v>-0.06239782</c:v>
                </c:pt>
                <c:pt idx="368">
                  <c:v>-0.0575514</c:v>
                </c:pt>
                <c:pt idx="369">
                  <c:v>-0.05907903</c:v>
                </c:pt>
                <c:pt idx="370">
                  <c:v>-0.0547517</c:v>
                </c:pt>
                <c:pt idx="371">
                  <c:v>-0.02786069</c:v>
                </c:pt>
                <c:pt idx="372">
                  <c:v>-0.0184039</c:v>
                </c:pt>
                <c:pt idx="373">
                  <c:v>-0.03538942</c:v>
                </c:pt>
                <c:pt idx="374">
                  <c:v>-0.02894895</c:v>
                </c:pt>
                <c:pt idx="375">
                  <c:v>-0.05215942</c:v>
                </c:pt>
                <c:pt idx="376">
                  <c:v>-0.07897735</c:v>
                </c:pt>
                <c:pt idx="377">
                  <c:v>-0.08754482</c:v>
                </c:pt>
                <c:pt idx="378">
                  <c:v>-0.10304513</c:v>
                </c:pt>
                <c:pt idx="379">
                  <c:v>-0.09567187</c:v>
                </c:pt>
                <c:pt idx="380">
                  <c:v>-0.09093491</c:v>
                </c:pt>
                <c:pt idx="381">
                  <c:v>-0.09740567</c:v>
                </c:pt>
                <c:pt idx="382">
                  <c:v>-0.09262059</c:v>
                </c:pt>
                <c:pt idx="383">
                  <c:v>-0.08873894</c:v>
                </c:pt>
                <c:pt idx="384">
                  <c:v>-0.09060777</c:v>
                </c:pt>
                <c:pt idx="385">
                  <c:v>-0.09110683</c:v>
                </c:pt>
                <c:pt idx="386">
                  <c:v>-0.08961607</c:v>
                </c:pt>
                <c:pt idx="387">
                  <c:v>-0.0936384</c:v>
                </c:pt>
                <c:pt idx="388">
                  <c:v>-0.09546101</c:v>
                </c:pt>
                <c:pt idx="389">
                  <c:v>-0.09681092</c:v>
                </c:pt>
                <c:pt idx="390">
                  <c:v>-0.09460382</c:v>
                </c:pt>
                <c:pt idx="391">
                  <c:v>-0.09695979</c:v>
                </c:pt>
                <c:pt idx="392">
                  <c:v>-0.10048444</c:v>
                </c:pt>
                <c:pt idx="393">
                  <c:v>-0.10106597</c:v>
                </c:pt>
                <c:pt idx="394">
                  <c:v>-0.10268294</c:v>
                </c:pt>
                <c:pt idx="395">
                  <c:v>-0.10634225</c:v>
                </c:pt>
                <c:pt idx="396">
                  <c:v>-0.1105049</c:v>
                </c:pt>
                <c:pt idx="397">
                  <c:v>-0.10761918</c:v>
                </c:pt>
                <c:pt idx="398">
                  <c:v>-0.1089221</c:v>
                </c:pt>
                <c:pt idx="399">
                  <c:v>-0.10691041</c:v>
                </c:pt>
                <c:pt idx="400">
                  <c:v>-0.10508314</c:v>
                </c:pt>
                <c:pt idx="401">
                  <c:v>-0.10703017</c:v>
                </c:pt>
                <c:pt idx="402">
                  <c:v>-0.10921206</c:v>
                </c:pt>
                <c:pt idx="403">
                  <c:v>-0.10562574</c:v>
                </c:pt>
                <c:pt idx="404">
                  <c:v>-0.10191126</c:v>
                </c:pt>
                <c:pt idx="405">
                  <c:v>-0.1025232</c:v>
                </c:pt>
                <c:pt idx="406">
                  <c:v>-0.10581393</c:v>
                </c:pt>
                <c:pt idx="407">
                  <c:v>-0.11287442</c:v>
                </c:pt>
                <c:pt idx="408">
                  <c:v>-0.1109927</c:v>
                </c:pt>
                <c:pt idx="409">
                  <c:v>-0.10924462</c:v>
                </c:pt>
                <c:pt idx="410">
                  <c:v>-0.10970412</c:v>
                </c:pt>
                <c:pt idx="411">
                  <c:v>-0.1103055</c:v>
                </c:pt>
                <c:pt idx="412">
                  <c:v>-0.11293086</c:v>
                </c:pt>
                <c:pt idx="413">
                  <c:v>-0.11160165</c:v>
                </c:pt>
                <c:pt idx="414">
                  <c:v>-0.11130269</c:v>
                </c:pt>
                <c:pt idx="415">
                  <c:v>-0.11718188</c:v>
                </c:pt>
                <c:pt idx="416">
                  <c:v>-0.11796346</c:v>
                </c:pt>
                <c:pt idx="417">
                  <c:v>-0.12144091</c:v>
                </c:pt>
                <c:pt idx="418">
                  <c:v>-0.12489894</c:v>
                </c:pt>
                <c:pt idx="419">
                  <c:v>-0.12473115</c:v>
                </c:pt>
                <c:pt idx="420">
                  <c:v>-0.1227103</c:v>
                </c:pt>
                <c:pt idx="421">
                  <c:v>-0.1229234</c:v>
                </c:pt>
                <c:pt idx="422">
                  <c:v>-0.12020216</c:v>
                </c:pt>
                <c:pt idx="423">
                  <c:v>-0.12246177</c:v>
                </c:pt>
                <c:pt idx="424">
                  <c:v>-0.12327552</c:v>
                </c:pt>
                <c:pt idx="425">
                  <c:v>-0.12583094</c:v>
                </c:pt>
                <c:pt idx="426">
                  <c:v>-0.12599425</c:v>
                </c:pt>
                <c:pt idx="427">
                  <c:v>-0.1261212</c:v>
                </c:pt>
                <c:pt idx="428">
                  <c:v>-0.12943224</c:v>
                </c:pt>
                <c:pt idx="429">
                  <c:v>-0.12708324</c:v>
                </c:pt>
                <c:pt idx="430">
                  <c:v>-0.12846783</c:v>
                </c:pt>
                <c:pt idx="431">
                  <c:v>-0.12839629</c:v>
                </c:pt>
                <c:pt idx="432">
                  <c:v>-0.12969869</c:v>
                </c:pt>
                <c:pt idx="433">
                  <c:v>-0.13199503</c:v>
                </c:pt>
                <c:pt idx="434">
                  <c:v>-0.12996029</c:v>
                </c:pt>
                <c:pt idx="435">
                  <c:v>-0.13115525</c:v>
                </c:pt>
                <c:pt idx="436">
                  <c:v>-0.1310534</c:v>
                </c:pt>
                <c:pt idx="437">
                  <c:v>-0.13189505</c:v>
                </c:pt>
                <c:pt idx="438">
                  <c:v>-0.131101</c:v>
                </c:pt>
                <c:pt idx="439">
                  <c:v>-0.13057752</c:v>
                </c:pt>
                <c:pt idx="440">
                  <c:v>-0.12957951</c:v>
                </c:pt>
                <c:pt idx="441">
                  <c:v>-0.13041565</c:v>
                </c:pt>
                <c:pt idx="442">
                  <c:v>-0.12848906</c:v>
                </c:pt>
                <c:pt idx="443">
                  <c:v>-0.12828744</c:v>
                </c:pt>
                <c:pt idx="444">
                  <c:v>-0.12718373</c:v>
                </c:pt>
                <c:pt idx="445">
                  <c:v>-0.12549388</c:v>
                </c:pt>
                <c:pt idx="446">
                  <c:v>-0.12503609</c:v>
                </c:pt>
                <c:pt idx="447">
                  <c:v>-0.12407067</c:v>
                </c:pt>
                <c:pt idx="448">
                  <c:v>-0.12440763</c:v>
                </c:pt>
                <c:pt idx="449">
                  <c:v>-0.12666076</c:v>
                </c:pt>
                <c:pt idx="450">
                  <c:v>-0.12563706</c:v>
                </c:pt>
                <c:pt idx="451">
                  <c:v>-0.12875952</c:v>
                </c:pt>
                <c:pt idx="452">
                  <c:v>-0.13356931</c:v>
                </c:pt>
                <c:pt idx="453">
                  <c:v>-0.12627484</c:v>
                </c:pt>
                <c:pt idx="454">
                  <c:v>-0.1165274</c:v>
                </c:pt>
                <c:pt idx="455">
                  <c:v>-0.13644599</c:v>
                </c:pt>
                <c:pt idx="456">
                  <c:v>-0.13919338</c:v>
                </c:pt>
                <c:pt idx="457">
                  <c:v>-0.13825609</c:v>
                </c:pt>
                <c:pt idx="458">
                  <c:v>-0.13866608</c:v>
                </c:pt>
                <c:pt idx="459">
                  <c:v>-0.13795009</c:v>
                </c:pt>
                <c:pt idx="460">
                  <c:v>-0.12316505</c:v>
                </c:pt>
                <c:pt idx="461">
                  <c:v>-0.11370648</c:v>
                </c:pt>
                <c:pt idx="462">
                  <c:v>-0.11854064</c:v>
                </c:pt>
                <c:pt idx="463">
                  <c:v>-0.11190124</c:v>
                </c:pt>
                <c:pt idx="464">
                  <c:v>-0.09857615</c:v>
                </c:pt>
                <c:pt idx="465">
                  <c:v>-0.08031596</c:v>
                </c:pt>
                <c:pt idx="466">
                  <c:v>-0.0923616</c:v>
                </c:pt>
                <c:pt idx="467">
                  <c:v>-0.09197584</c:v>
                </c:pt>
                <c:pt idx="468">
                  <c:v>-0.08750289</c:v>
                </c:pt>
                <c:pt idx="469">
                  <c:v>-0.089406</c:v>
                </c:pt>
                <c:pt idx="470">
                  <c:v>-0.09685924</c:v>
                </c:pt>
                <c:pt idx="471">
                  <c:v>-0.112104</c:v>
                </c:pt>
                <c:pt idx="472">
                  <c:v>-0.11688297</c:v>
                </c:pt>
                <c:pt idx="473">
                  <c:v>-0.11693022</c:v>
                </c:pt>
                <c:pt idx="474">
                  <c:v>-0.11651946</c:v>
                </c:pt>
                <c:pt idx="475">
                  <c:v>-0.11612945</c:v>
                </c:pt>
                <c:pt idx="476">
                  <c:v>-0.11629956</c:v>
                </c:pt>
                <c:pt idx="477">
                  <c:v>-0.11539549</c:v>
                </c:pt>
                <c:pt idx="478">
                  <c:v>-0.10662374</c:v>
                </c:pt>
                <c:pt idx="479">
                  <c:v>-0.10727677</c:v>
                </c:pt>
                <c:pt idx="480">
                  <c:v>-0.11026744</c:v>
                </c:pt>
                <c:pt idx="481">
                  <c:v>-0.11647658</c:v>
                </c:pt>
                <c:pt idx="482">
                  <c:v>-0.13392922</c:v>
                </c:pt>
                <c:pt idx="483">
                  <c:v>-0.13563771</c:v>
                </c:pt>
                <c:pt idx="484">
                  <c:v>-0.13623375</c:v>
                </c:pt>
              </c:numCache>
            </c:numRef>
          </c:yVal>
        </c:ser>
        <c:ser>
          <c:idx val="1"/>
          <c:order val="1"/>
          <c:tx>
            <c:v>期初等权持有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Ref>
              <c:f>'Chart Data'!$C$2:$C$486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Data'!$D$2:$D$486</c:f>
              <c:numCache>
                <c:formatCode>0%</c:formatCode>
                <c:ptCount val="485"/>
                <c:pt idx="0">
                  <c:v>0</c:v>
                </c:pt>
                <c:pt idx="1">
                  <c:v>-0.06126291</c:v>
                </c:pt>
                <c:pt idx="2">
                  <c:v>-0.08934478</c:v>
                </c:pt>
                <c:pt idx="3">
                  <c:v>-0.16092093</c:v>
                </c:pt>
                <c:pt idx="4">
                  <c:v>-0.09373845</c:v>
                </c:pt>
                <c:pt idx="5">
                  <c:v>-0.10639082</c:v>
                </c:pt>
                <c:pt idx="6">
                  <c:v>-0.08878975</c:v>
                </c:pt>
                <c:pt idx="7">
                  <c:v>-0.03358802</c:v>
                </c:pt>
                <c:pt idx="8">
                  <c:v>0</c:v>
                </c:pt>
                <c:pt idx="9">
                  <c:v>0</c:v>
                </c:pt>
                <c:pt idx="10">
                  <c:v>-0.07452445</c:v>
                </c:pt>
                <c:pt idx="11">
                  <c:v>-0.02890208</c:v>
                </c:pt>
                <c:pt idx="12">
                  <c:v>0</c:v>
                </c:pt>
                <c:pt idx="13">
                  <c:v>-0.00723023</c:v>
                </c:pt>
                <c:pt idx="14">
                  <c:v>0</c:v>
                </c:pt>
                <c:pt idx="15">
                  <c:v>0</c:v>
                </c:pt>
                <c:pt idx="16">
                  <c:v>-0.00487278</c:v>
                </c:pt>
                <c:pt idx="17">
                  <c:v>-0.02396287</c:v>
                </c:pt>
                <c:pt idx="18">
                  <c:v>-0.13903124</c:v>
                </c:pt>
                <c:pt idx="19">
                  <c:v>-0.07770081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-0.0037872</c:v>
                </c:pt>
                <c:pt idx="25">
                  <c:v>-0.03148748</c:v>
                </c:pt>
                <c:pt idx="26">
                  <c:v>-0.0082855</c:v>
                </c:pt>
                <c:pt idx="27">
                  <c:v>-0.03804242</c:v>
                </c:pt>
                <c:pt idx="28">
                  <c:v>-0.01201651</c:v>
                </c:pt>
                <c:pt idx="29">
                  <c:v>-0.05477911</c:v>
                </c:pt>
                <c:pt idx="30">
                  <c:v>-0.05556807</c:v>
                </c:pt>
                <c:pt idx="31">
                  <c:v>-0.02029931</c:v>
                </c:pt>
                <c:pt idx="32">
                  <c:v>-0.00275625</c:v>
                </c:pt>
                <c:pt idx="33">
                  <c:v>-0.05229151</c:v>
                </c:pt>
                <c:pt idx="34">
                  <c:v>-0.03735441</c:v>
                </c:pt>
                <c:pt idx="35">
                  <c:v>-0.08615232</c:v>
                </c:pt>
                <c:pt idx="36">
                  <c:v>-0.06206989</c:v>
                </c:pt>
                <c:pt idx="37">
                  <c:v>-0.05332828</c:v>
                </c:pt>
                <c:pt idx="38">
                  <c:v>-0.02807665</c:v>
                </c:pt>
                <c:pt idx="39">
                  <c:v>0</c:v>
                </c:pt>
                <c:pt idx="40">
                  <c:v>0</c:v>
                </c:pt>
                <c:pt idx="41">
                  <c:v>-0.03100192</c:v>
                </c:pt>
                <c:pt idx="42">
                  <c:v>-0.02251073</c:v>
                </c:pt>
                <c:pt idx="43">
                  <c:v>-0.04137778</c:v>
                </c:pt>
                <c:pt idx="44">
                  <c:v>-0.10873372</c:v>
                </c:pt>
                <c:pt idx="45">
                  <c:v>-0.08959652</c:v>
                </c:pt>
                <c:pt idx="46">
                  <c:v>-0.10996448</c:v>
                </c:pt>
                <c:pt idx="47">
                  <c:v>-0.11008802</c:v>
                </c:pt>
                <c:pt idx="48">
                  <c:v>-0.11509889</c:v>
                </c:pt>
                <c:pt idx="49">
                  <c:v>-0.14706302</c:v>
                </c:pt>
                <c:pt idx="50">
                  <c:v>-0.17754684</c:v>
                </c:pt>
                <c:pt idx="51">
                  <c:v>-0.19195536</c:v>
                </c:pt>
                <c:pt idx="52">
                  <c:v>-0.16627372</c:v>
                </c:pt>
                <c:pt idx="53">
                  <c:v>-0.16447674</c:v>
                </c:pt>
                <c:pt idx="54">
                  <c:v>-0.1968898</c:v>
                </c:pt>
                <c:pt idx="55">
                  <c:v>-0.18535511</c:v>
                </c:pt>
                <c:pt idx="56">
                  <c:v>-0.22442921</c:v>
                </c:pt>
                <c:pt idx="57">
                  <c:v>-0.22296752</c:v>
                </c:pt>
                <c:pt idx="58">
                  <c:v>-0.23166914</c:v>
                </c:pt>
                <c:pt idx="59">
                  <c:v>-0.26788749</c:v>
                </c:pt>
                <c:pt idx="60">
                  <c:v>-0.27416896</c:v>
                </c:pt>
                <c:pt idx="61">
                  <c:v>-0.28235768</c:v>
                </c:pt>
                <c:pt idx="62">
                  <c:v>-0.28485172</c:v>
                </c:pt>
                <c:pt idx="63">
                  <c:v>-0.29966095</c:v>
                </c:pt>
                <c:pt idx="64">
                  <c:v>-0.2789629</c:v>
                </c:pt>
                <c:pt idx="65">
                  <c:v>-0.26932614</c:v>
                </c:pt>
                <c:pt idx="66">
                  <c:v>-0.25380683</c:v>
                </c:pt>
                <c:pt idx="67">
                  <c:v>-0.2890665</c:v>
                </c:pt>
                <c:pt idx="68">
                  <c:v>-0.30422459</c:v>
                </c:pt>
                <c:pt idx="69">
                  <c:v>-0.2180622</c:v>
                </c:pt>
                <c:pt idx="70">
                  <c:v>-0.22307117</c:v>
                </c:pt>
                <c:pt idx="71">
                  <c:v>-0.21054826</c:v>
                </c:pt>
                <c:pt idx="72">
                  <c:v>-0.21854909</c:v>
                </c:pt>
                <c:pt idx="73">
                  <c:v>-0.21744971</c:v>
                </c:pt>
                <c:pt idx="74">
                  <c:v>-0.21766393</c:v>
                </c:pt>
                <c:pt idx="75">
                  <c:v>-0.24730579</c:v>
                </c:pt>
                <c:pt idx="76">
                  <c:v>-0.24882797</c:v>
                </c:pt>
                <c:pt idx="77">
                  <c:v>-0.23762636</c:v>
                </c:pt>
                <c:pt idx="78">
                  <c:v>-0.26306244</c:v>
                </c:pt>
                <c:pt idx="79">
                  <c:v>-0.24403529</c:v>
                </c:pt>
                <c:pt idx="80">
                  <c:v>-0.1898561</c:v>
                </c:pt>
                <c:pt idx="81">
                  <c:v>-0.14249846</c:v>
                </c:pt>
                <c:pt idx="82">
                  <c:v>-0.08555767</c:v>
                </c:pt>
                <c:pt idx="83">
                  <c:v>-0.05781387</c:v>
                </c:pt>
                <c:pt idx="84">
                  <c:v>-0.04405054</c:v>
                </c:pt>
                <c:pt idx="85">
                  <c:v>-0.06835041</c:v>
                </c:pt>
                <c:pt idx="86">
                  <c:v>-0.05797039</c:v>
                </c:pt>
                <c:pt idx="87">
                  <c:v>-0.04388065</c:v>
                </c:pt>
                <c:pt idx="88">
                  <c:v>-0.07964754</c:v>
                </c:pt>
                <c:pt idx="89">
                  <c:v>-0.03050155</c:v>
                </c:pt>
                <c:pt idx="90">
                  <c:v>-0.01279086</c:v>
                </c:pt>
                <c:pt idx="91">
                  <c:v>0</c:v>
                </c:pt>
                <c:pt idx="92">
                  <c:v>-0.02235602</c:v>
                </c:pt>
                <c:pt idx="93">
                  <c:v>-0.02992666</c:v>
                </c:pt>
                <c:pt idx="94">
                  <c:v>-0.00262221</c:v>
                </c:pt>
                <c:pt idx="95">
                  <c:v>0</c:v>
                </c:pt>
                <c:pt idx="96">
                  <c:v>-0.05617128</c:v>
                </c:pt>
                <c:pt idx="97">
                  <c:v>-0.02072737</c:v>
                </c:pt>
                <c:pt idx="98">
                  <c:v>0</c:v>
                </c:pt>
                <c:pt idx="99">
                  <c:v>0</c:v>
                </c:pt>
                <c:pt idx="100">
                  <c:v>-0.00294934</c:v>
                </c:pt>
                <c:pt idx="101">
                  <c:v>-0.01021814</c:v>
                </c:pt>
                <c:pt idx="102">
                  <c:v>0</c:v>
                </c:pt>
                <c:pt idx="103">
                  <c:v>-0.00277094</c:v>
                </c:pt>
                <c:pt idx="104">
                  <c:v>-0.00306198</c:v>
                </c:pt>
                <c:pt idx="105">
                  <c:v>-0.02126808</c:v>
                </c:pt>
                <c:pt idx="106">
                  <c:v>0</c:v>
                </c:pt>
                <c:pt idx="107">
                  <c:v>0</c:v>
                </c:pt>
                <c:pt idx="108">
                  <c:v>-0.00231614</c:v>
                </c:pt>
                <c:pt idx="109">
                  <c:v>-0.04932224</c:v>
                </c:pt>
                <c:pt idx="110">
                  <c:v>-0.08964885</c:v>
                </c:pt>
                <c:pt idx="111">
                  <c:v>-0.13857923</c:v>
                </c:pt>
                <c:pt idx="112">
                  <c:v>-0.12708877</c:v>
                </c:pt>
                <c:pt idx="113">
                  <c:v>-0.11361061</c:v>
                </c:pt>
                <c:pt idx="114">
                  <c:v>-0.12257244</c:v>
                </c:pt>
                <c:pt idx="115">
                  <c:v>-0.12921242</c:v>
                </c:pt>
                <c:pt idx="116">
                  <c:v>-0.15076609</c:v>
                </c:pt>
                <c:pt idx="117">
                  <c:v>-0.17129941</c:v>
                </c:pt>
                <c:pt idx="118">
                  <c:v>-0.17259372</c:v>
                </c:pt>
                <c:pt idx="119">
                  <c:v>-0.17302947</c:v>
                </c:pt>
                <c:pt idx="120">
                  <c:v>-0.17296201</c:v>
                </c:pt>
                <c:pt idx="121">
                  <c:v>-0.34168481</c:v>
                </c:pt>
                <c:pt idx="122">
                  <c:v>-0.29699291</c:v>
                </c:pt>
                <c:pt idx="123">
                  <c:v>-0.21585937</c:v>
                </c:pt>
                <c:pt idx="124">
                  <c:v>-0.17762528</c:v>
                </c:pt>
                <c:pt idx="125">
                  <c:v>-0.16439521</c:v>
                </c:pt>
                <c:pt idx="126">
                  <c:v>-0.1510362</c:v>
                </c:pt>
                <c:pt idx="127">
                  <c:v>-0.15391244</c:v>
                </c:pt>
                <c:pt idx="128">
                  <c:v>-0.16999654</c:v>
                </c:pt>
                <c:pt idx="129">
                  <c:v>-0.16335674</c:v>
                </c:pt>
                <c:pt idx="130">
                  <c:v>-0.1474672</c:v>
                </c:pt>
                <c:pt idx="131">
                  <c:v>-0.12674791</c:v>
                </c:pt>
                <c:pt idx="132">
                  <c:v>-0.14113096</c:v>
                </c:pt>
                <c:pt idx="133">
                  <c:v>-0.12808996</c:v>
                </c:pt>
                <c:pt idx="134">
                  <c:v>-0.16361806</c:v>
                </c:pt>
                <c:pt idx="135">
                  <c:v>-0.16808433</c:v>
                </c:pt>
                <c:pt idx="136">
                  <c:v>-0.19828954</c:v>
                </c:pt>
                <c:pt idx="137">
                  <c:v>-0.19291597</c:v>
                </c:pt>
                <c:pt idx="138">
                  <c:v>-0.16298511</c:v>
                </c:pt>
                <c:pt idx="139">
                  <c:v>-0.12420771</c:v>
                </c:pt>
                <c:pt idx="140">
                  <c:v>-0.11849477</c:v>
                </c:pt>
                <c:pt idx="141">
                  <c:v>-0.10995649</c:v>
                </c:pt>
                <c:pt idx="142">
                  <c:v>-0.11522121</c:v>
                </c:pt>
                <c:pt idx="143">
                  <c:v>-0.08224625</c:v>
                </c:pt>
                <c:pt idx="144">
                  <c:v>-0.10225009</c:v>
                </c:pt>
                <c:pt idx="145">
                  <c:v>-0.08539934</c:v>
                </c:pt>
                <c:pt idx="146">
                  <c:v>-0.09720758</c:v>
                </c:pt>
                <c:pt idx="147">
                  <c:v>-0.09251843</c:v>
                </c:pt>
                <c:pt idx="148">
                  <c:v>-0.08323251</c:v>
                </c:pt>
                <c:pt idx="149">
                  <c:v>-0.06546851</c:v>
                </c:pt>
                <c:pt idx="150">
                  <c:v>-0.07752635</c:v>
                </c:pt>
                <c:pt idx="151">
                  <c:v>-0.12270736</c:v>
                </c:pt>
                <c:pt idx="152">
                  <c:v>-0.14122352</c:v>
                </c:pt>
                <c:pt idx="153">
                  <c:v>-0.11818528</c:v>
                </c:pt>
                <c:pt idx="154">
                  <c:v>-0.1229264</c:v>
                </c:pt>
                <c:pt idx="155">
                  <c:v>-0.13482226</c:v>
                </c:pt>
                <c:pt idx="156">
                  <c:v>-0.10112521</c:v>
                </c:pt>
                <c:pt idx="157">
                  <c:v>-0.1153568</c:v>
                </c:pt>
                <c:pt idx="158">
                  <c:v>-0.10835646</c:v>
                </c:pt>
                <c:pt idx="159">
                  <c:v>-0.10595751</c:v>
                </c:pt>
                <c:pt idx="160">
                  <c:v>-0.09624859</c:v>
                </c:pt>
                <c:pt idx="161">
                  <c:v>-0.09069123</c:v>
                </c:pt>
                <c:pt idx="162">
                  <c:v>-0.07091474</c:v>
                </c:pt>
                <c:pt idx="163">
                  <c:v>-0.08551316</c:v>
                </c:pt>
                <c:pt idx="164">
                  <c:v>-0.07223384</c:v>
                </c:pt>
                <c:pt idx="165">
                  <c:v>-0.06351629</c:v>
                </c:pt>
                <c:pt idx="166">
                  <c:v>-0.08776143</c:v>
                </c:pt>
                <c:pt idx="167">
                  <c:v>-0.07075568</c:v>
                </c:pt>
                <c:pt idx="168">
                  <c:v>-0.07387978</c:v>
                </c:pt>
                <c:pt idx="169">
                  <c:v>-0.0733377</c:v>
                </c:pt>
                <c:pt idx="170">
                  <c:v>-0.10220402</c:v>
                </c:pt>
                <c:pt idx="171">
                  <c:v>-0.12112141</c:v>
                </c:pt>
                <c:pt idx="172">
                  <c:v>-0.09721311</c:v>
                </c:pt>
                <c:pt idx="173">
                  <c:v>-0.06908026</c:v>
                </c:pt>
                <c:pt idx="174">
                  <c:v>-0.04087078</c:v>
                </c:pt>
                <c:pt idx="175">
                  <c:v>-0.04797601</c:v>
                </c:pt>
                <c:pt idx="176">
                  <c:v>-0.04849766</c:v>
                </c:pt>
                <c:pt idx="177">
                  <c:v>-0.03664497</c:v>
                </c:pt>
                <c:pt idx="178">
                  <c:v>-0.0481451</c:v>
                </c:pt>
                <c:pt idx="179">
                  <c:v>-0.05891499</c:v>
                </c:pt>
                <c:pt idx="180">
                  <c:v>-0.05666763</c:v>
                </c:pt>
                <c:pt idx="181">
                  <c:v>-0.07347556</c:v>
                </c:pt>
                <c:pt idx="182">
                  <c:v>-0.08127999</c:v>
                </c:pt>
                <c:pt idx="183">
                  <c:v>-0.06700512</c:v>
                </c:pt>
                <c:pt idx="184">
                  <c:v>-0.08249261</c:v>
                </c:pt>
                <c:pt idx="185">
                  <c:v>-0.08053925</c:v>
                </c:pt>
                <c:pt idx="186">
                  <c:v>-0.06550139</c:v>
                </c:pt>
                <c:pt idx="187">
                  <c:v>-0.06626371</c:v>
                </c:pt>
                <c:pt idx="188">
                  <c:v>-0.07356374</c:v>
                </c:pt>
                <c:pt idx="189">
                  <c:v>-0.07347085</c:v>
                </c:pt>
                <c:pt idx="190">
                  <c:v>-0.06470612</c:v>
                </c:pt>
                <c:pt idx="191">
                  <c:v>-0.06881128</c:v>
                </c:pt>
                <c:pt idx="192">
                  <c:v>-0.05320624</c:v>
                </c:pt>
                <c:pt idx="193">
                  <c:v>-0.04351751</c:v>
                </c:pt>
                <c:pt idx="194">
                  <c:v>-0.06012772</c:v>
                </c:pt>
                <c:pt idx="195">
                  <c:v>-0.04531603</c:v>
                </c:pt>
                <c:pt idx="196">
                  <c:v>-0.04189416</c:v>
                </c:pt>
                <c:pt idx="197">
                  <c:v>-0.04656755</c:v>
                </c:pt>
                <c:pt idx="198">
                  <c:v>-0.04357844</c:v>
                </c:pt>
                <c:pt idx="199">
                  <c:v>-0.05593167</c:v>
                </c:pt>
                <c:pt idx="200">
                  <c:v>-0.0652025</c:v>
                </c:pt>
                <c:pt idx="201">
                  <c:v>-0.06647119</c:v>
                </c:pt>
                <c:pt idx="202">
                  <c:v>-0.05982336</c:v>
                </c:pt>
                <c:pt idx="203">
                  <c:v>-0.05897527</c:v>
                </c:pt>
                <c:pt idx="204">
                  <c:v>-0.04373765</c:v>
                </c:pt>
                <c:pt idx="205">
                  <c:v>-0.04400975</c:v>
                </c:pt>
                <c:pt idx="206">
                  <c:v>-0.05813909</c:v>
                </c:pt>
                <c:pt idx="207">
                  <c:v>-0.0476648</c:v>
                </c:pt>
                <c:pt idx="208">
                  <c:v>-0.04970499</c:v>
                </c:pt>
                <c:pt idx="209">
                  <c:v>-0.04681858</c:v>
                </c:pt>
                <c:pt idx="210">
                  <c:v>-0.06910072</c:v>
                </c:pt>
                <c:pt idx="211">
                  <c:v>-0.03615772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-0.01151591</c:v>
                </c:pt>
                <c:pt idx="216">
                  <c:v>-0.00804351</c:v>
                </c:pt>
                <c:pt idx="217">
                  <c:v>-0.00663857</c:v>
                </c:pt>
                <c:pt idx="218">
                  <c:v>-0.0117234</c:v>
                </c:pt>
                <c:pt idx="219">
                  <c:v>-0.03409612</c:v>
                </c:pt>
                <c:pt idx="220">
                  <c:v>-0.02872671</c:v>
                </c:pt>
                <c:pt idx="221">
                  <c:v>-0.02181288</c:v>
                </c:pt>
                <c:pt idx="222">
                  <c:v>-0.0182244</c:v>
                </c:pt>
                <c:pt idx="223">
                  <c:v>-0.00436295</c:v>
                </c:pt>
                <c:pt idx="224">
                  <c:v>-0.02884031</c:v>
                </c:pt>
                <c:pt idx="225">
                  <c:v>-0.0195638</c:v>
                </c:pt>
                <c:pt idx="226">
                  <c:v>0</c:v>
                </c:pt>
                <c:pt idx="227">
                  <c:v>-0.00077708</c:v>
                </c:pt>
                <c:pt idx="228">
                  <c:v>-0.02394039</c:v>
                </c:pt>
                <c:pt idx="229">
                  <c:v>-0.03533604</c:v>
                </c:pt>
                <c:pt idx="230">
                  <c:v>-0.02354066</c:v>
                </c:pt>
                <c:pt idx="231">
                  <c:v>-0.03996112</c:v>
                </c:pt>
                <c:pt idx="232">
                  <c:v>-0.03354782</c:v>
                </c:pt>
                <c:pt idx="233">
                  <c:v>-0.02741753</c:v>
                </c:pt>
                <c:pt idx="234">
                  <c:v>-0.02486902</c:v>
                </c:pt>
                <c:pt idx="235">
                  <c:v>-0.03247927</c:v>
                </c:pt>
                <c:pt idx="236">
                  <c:v>-0.05013185</c:v>
                </c:pt>
                <c:pt idx="237">
                  <c:v>-0.05667814</c:v>
                </c:pt>
                <c:pt idx="238">
                  <c:v>-0.08637494</c:v>
                </c:pt>
                <c:pt idx="239">
                  <c:v>-0.07161646</c:v>
                </c:pt>
                <c:pt idx="240">
                  <c:v>-0.0853293</c:v>
                </c:pt>
                <c:pt idx="241">
                  <c:v>-0.10302231</c:v>
                </c:pt>
                <c:pt idx="242">
                  <c:v>-0.09525915</c:v>
                </c:pt>
                <c:pt idx="243">
                  <c:v>-0.10353088</c:v>
                </c:pt>
                <c:pt idx="244">
                  <c:v>-0.10977198</c:v>
                </c:pt>
                <c:pt idx="245">
                  <c:v>-0.11122171</c:v>
                </c:pt>
                <c:pt idx="246">
                  <c:v>-0.12063129</c:v>
                </c:pt>
                <c:pt idx="247">
                  <c:v>-0.1274948</c:v>
                </c:pt>
                <c:pt idx="248">
                  <c:v>-0.11697205</c:v>
                </c:pt>
                <c:pt idx="249">
                  <c:v>-0.13087606</c:v>
                </c:pt>
                <c:pt idx="250">
                  <c:v>-0.16251109</c:v>
                </c:pt>
                <c:pt idx="251">
                  <c:v>-0.15765764</c:v>
                </c:pt>
                <c:pt idx="252">
                  <c:v>-0.13432877</c:v>
                </c:pt>
                <c:pt idx="253">
                  <c:v>-0.12635915</c:v>
                </c:pt>
                <c:pt idx="254">
                  <c:v>-0.13529243</c:v>
                </c:pt>
                <c:pt idx="255">
                  <c:v>-0.12958308</c:v>
                </c:pt>
                <c:pt idx="256">
                  <c:v>-0.12971103</c:v>
                </c:pt>
                <c:pt idx="257">
                  <c:v>-0.12952049</c:v>
                </c:pt>
                <c:pt idx="258">
                  <c:v>-0.07361087</c:v>
                </c:pt>
                <c:pt idx="259">
                  <c:v>-0.08941043</c:v>
                </c:pt>
                <c:pt idx="260">
                  <c:v>-0.07389764</c:v>
                </c:pt>
                <c:pt idx="261">
                  <c:v>-0.08208981</c:v>
                </c:pt>
                <c:pt idx="262">
                  <c:v>-0.10137222</c:v>
                </c:pt>
                <c:pt idx="263">
                  <c:v>-0.0979698</c:v>
                </c:pt>
                <c:pt idx="264">
                  <c:v>-0.10811345</c:v>
                </c:pt>
                <c:pt idx="265">
                  <c:v>-0.11412787</c:v>
                </c:pt>
                <c:pt idx="266">
                  <c:v>-0.11651739</c:v>
                </c:pt>
                <c:pt idx="267">
                  <c:v>-0.11474219</c:v>
                </c:pt>
                <c:pt idx="268">
                  <c:v>-0.1185499</c:v>
                </c:pt>
                <c:pt idx="269">
                  <c:v>-0.0981847</c:v>
                </c:pt>
                <c:pt idx="270">
                  <c:v>-0.11270757</c:v>
                </c:pt>
                <c:pt idx="271">
                  <c:v>-0.11345564</c:v>
                </c:pt>
                <c:pt idx="272">
                  <c:v>-0.1343115</c:v>
                </c:pt>
                <c:pt idx="273">
                  <c:v>-0.1512182</c:v>
                </c:pt>
                <c:pt idx="274">
                  <c:v>-0.15917908</c:v>
                </c:pt>
                <c:pt idx="275">
                  <c:v>-0.19828583</c:v>
                </c:pt>
                <c:pt idx="276">
                  <c:v>-0.18988557</c:v>
                </c:pt>
                <c:pt idx="277">
                  <c:v>-0.18077222</c:v>
                </c:pt>
                <c:pt idx="278">
                  <c:v>-0.18744399</c:v>
                </c:pt>
                <c:pt idx="279">
                  <c:v>-0.19582208</c:v>
                </c:pt>
                <c:pt idx="280">
                  <c:v>-0.18998222</c:v>
                </c:pt>
                <c:pt idx="281">
                  <c:v>-0.16996775</c:v>
                </c:pt>
                <c:pt idx="282">
                  <c:v>-0.18044102</c:v>
                </c:pt>
                <c:pt idx="283">
                  <c:v>-0.19220604</c:v>
                </c:pt>
                <c:pt idx="284">
                  <c:v>-0.20254208</c:v>
                </c:pt>
                <c:pt idx="285">
                  <c:v>-0.18816828</c:v>
                </c:pt>
                <c:pt idx="286">
                  <c:v>-0.17939118</c:v>
                </c:pt>
                <c:pt idx="287">
                  <c:v>-0.19746824</c:v>
                </c:pt>
                <c:pt idx="288">
                  <c:v>-0.20291246</c:v>
                </c:pt>
                <c:pt idx="289">
                  <c:v>-0.17983324</c:v>
                </c:pt>
                <c:pt idx="290">
                  <c:v>-0.17765724</c:v>
                </c:pt>
                <c:pt idx="291">
                  <c:v>-0.18222839</c:v>
                </c:pt>
                <c:pt idx="292">
                  <c:v>-0.16771107</c:v>
                </c:pt>
                <c:pt idx="293">
                  <c:v>-0.16540497</c:v>
                </c:pt>
                <c:pt idx="294">
                  <c:v>-0.17181926</c:v>
                </c:pt>
                <c:pt idx="295">
                  <c:v>-0.16196249</c:v>
                </c:pt>
                <c:pt idx="296">
                  <c:v>-0.15566441</c:v>
                </c:pt>
                <c:pt idx="297">
                  <c:v>-0.17056273</c:v>
                </c:pt>
                <c:pt idx="298">
                  <c:v>-0.16789768</c:v>
                </c:pt>
                <c:pt idx="299">
                  <c:v>-0.16435431</c:v>
                </c:pt>
                <c:pt idx="300">
                  <c:v>-0.16937427</c:v>
                </c:pt>
                <c:pt idx="301">
                  <c:v>-0.17548235</c:v>
                </c:pt>
                <c:pt idx="302">
                  <c:v>-0.17431432</c:v>
                </c:pt>
                <c:pt idx="303">
                  <c:v>-0.17734984</c:v>
                </c:pt>
                <c:pt idx="304">
                  <c:v>-0.16565464</c:v>
                </c:pt>
                <c:pt idx="305">
                  <c:v>-0.14111921</c:v>
                </c:pt>
                <c:pt idx="306">
                  <c:v>-0.14426945</c:v>
                </c:pt>
                <c:pt idx="307">
                  <c:v>-0.13404268</c:v>
                </c:pt>
                <c:pt idx="308">
                  <c:v>-0.12466718</c:v>
                </c:pt>
                <c:pt idx="309">
                  <c:v>-0.06531217</c:v>
                </c:pt>
                <c:pt idx="310">
                  <c:v>-0.08355684</c:v>
                </c:pt>
                <c:pt idx="311">
                  <c:v>-0.05745083</c:v>
                </c:pt>
                <c:pt idx="312">
                  <c:v>-0.08587073</c:v>
                </c:pt>
                <c:pt idx="313">
                  <c:v>-0.09670465</c:v>
                </c:pt>
                <c:pt idx="314">
                  <c:v>-0.09909898</c:v>
                </c:pt>
                <c:pt idx="315">
                  <c:v>-0.10941937</c:v>
                </c:pt>
                <c:pt idx="316">
                  <c:v>-0.1121426</c:v>
                </c:pt>
                <c:pt idx="317">
                  <c:v>-0.10401468</c:v>
                </c:pt>
                <c:pt idx="318">
                  <c:v>-0.07850973</c:v>
                </c:pt>
                <c:pt idx="319">
                  <c:v>-0.10056903</c:v>
                </c:pt>
                <c:pt idx="320">
                  <c:v>-0.10433564</c:v>
                </c:pt>
                <c:pt idx="321">
                  <c:v>-0.1154493</c:v>
                </c:pt>
                <c:pt idx="322">
                  <c:v>-0.12323411</c:v>
                </c:pt>
                <c:pt idx="323">
                  <c:v>-0.129636</c:v>
                </c:pt>
                <c:pt idx="324">
                  <c:v>-0.14601937</c:v>
                </c:pt>
                <c:pt idx="325">
                  <c:v>-0.12605963</c:v>
                </c:pt>
                <c:pt idx="326">
                  <c:v>-0.12981414</c:v>
                </c:pt>
                <c:pt idx="327">
                  <c:v>-0.14191132</c:v>
                </c:pt>
                <c:pt idx="328">
                  <c:v>-0.14220936</c:v>
                </c:pt>
                <c:pt idx="329">
                  <c:v>-0.12776468</c:v>
                </c:pt>
                <c:pt idx="330">
                  <c:v>-0.1314392</c:v>
                </c:pt>
                <c:pt idx="331">
                  <c:v>-0.13515106</c:v>
                </c:pt>
                <c:pt idx="332">
                  <c:v>-0.13400348</c:v>
                </c:pt>
                <c:pt idx="333">
                  <c:v>-0.13419599</c:v>
                </c:pt>
                <c:pt idx="334">
                  <c:v>-0.1331526</c:v>
                </c:pt>
                <c:pt idx="335">
                  <c:v>-0.12790467</c:v>
                </c:pt>
                <c:pt idx="336">
                  <c:v>-0.13100056</c:v>
                </c:pt>
                <c:pt idx="337">
                  <c:v>-0.13239988</c:v>
                </c:pt>
                <c:pt idx="338">
                  <c:v>-0.16020708</c:v>
                </c:pt>
                <c:pt idx="339">
                  <c:v>-0.1824394</c:v>
                </c:pt>
                <c:pt idx="340">
                  <c:v>-0.17932036</c:v>
                </c:pt>
                <c:pt idx="341">
                  <c:v>-0.1715307</c:v>
                </c:pt>
                <c:pt idx="342">
                  <c:v>-0.16799037</c:v>
                </c:pt>
                <c:pt idx="343">
                  <c:v>-0.17579322</c:v>
                </c:pt>
                <c:pt idx="344">
                  <c:v>-0.16813944</c:v>
                </c:pt>
                <c:pt idx="345">
                  <c:v>-0.16861728</c:v>
                </c:pt>
                <c:pt idx="346">
                  <c:v>-0.18091057</c:v>
                </c:pt>
                <c:pt idx="347">
                  <c:v>-0.19253713</c:v>
                </c:pt>
                <c:pt idx="348">
                  <c:v>-0.19843086</c:v>
                </c:pt>
                <c:pt idx="349">
                  <c:v>-0.21571604</c:v>
                </c:pt>
                <c:pt idx="350">
                  <c:v>-0.21195004</c:v>
                </c:pt>
                <c:pt idx="351">
                  <c:v>-0.24078938</c:v>
                </c:pt>
                <c:pt idx="352">
                  <c:v>-0.25638213</c:v>
                </c:pt>
                <c:pt idx="353">
                  <c:v>-0.29521256</c:v>
                </c:pt>
                <c:pt idx="354">
                  <c:v>-0.27918777</c:v>
                </c:pt>
                <c:pt idx="355">
                  <c:v>-0.26570941</c:v>
                </c:pt>
                <c:pt idx="356">
                  <c:v>-0.28132875</c:v>
                </c:pt>
                <c:pt idx="357">
                  <c:v>-0.27839623</c:v>
                </c:pt>
                <c:pt idx="358">
                  <c:v>-0.28618637</c:v>
                </c:pt>
                <c:pt idx="359">
                  <c:v>-0.290773</c:v>
                </c:pt>
                <c:pt idx="360">
                  <c:v>-0.27896822</c:v>
                </c:pt>
                <c:pt idx="361">
                  <c:v>-0.28087819</c:v>
                </c:pt>
                <c:pt idx="362">
                  <c:v>-0.30211923</c:v>
                </c:pt>
                <c:pt idx="363">
                  <c:v>-0.30414006</c:v>
                </c:pt>
                <c:pt idx="364">
                  <c:v>-0.26350286</c:v>
                </c:pt>
                <c:pt idx="365">
                  <c:v>-0.27833243</c:v>
                </c:pt>
                <c:pt idx="366">
                  <c:v>-0.26564959</c:v>
                </c:pt>
                <c:pt idx="367">
                  <c:v>-0.27041329</c:v>
                </c:pt>
                <c:pt idx="368">
                  <c:v>-0.26528151</c:v>
                </c:pt>
                <c:pt idx="369">
                  <c:v>-0.26681084</c:v>
                </c:pt>
                <c:pt idx="370">
                  <c:v>-0.25651356</c:v>
                </c:pt>
                <c:pt idx="371">
                  <c:v>-0.22003152</c:v>
                </c:pt>
                <c:pt idx="372">
                  <c:v>-0.21130789</c:v>
                </c:pt>
                <c:pt idx="373">
                  <c:v>-0.22707463</c:v>
                </c:pt>
                <c:pt idx="374">
                  <c:v>-0.21403517</c:v>
                </c:pt>
                <c:pt idx="375">
                  <c:v>-0.23926843</c:v>
                </c:pt>
                <c:pt idx="376">
                  <c:v>-0.24922475</c:v>
                </c:pt>
                <c:pt idx="377">
                  <c:v>-0.25713239</c:v>
                </c:pt>
                <c:pt idx="378">
                  <c:v>-0.27777528</c:v>
                </c:pt>
                <c:pt idx="379">
                  <c:v>-0.27034761</c:v>
                </c:pt>
                <c:pt idx="380">
                  <c:v>-0.26814634</c:v>
                </c:pt>
                <c:pt idx="381">
                  <c:v>-0.25076218</c:v>
                </c:pt>
                <c:pt idx="382">
                  <c:v>-0.22979635</c:v>
                </c:pt>
                <c:pt idx="383">
                  <c:v>-0.21409658</c:v>
                </c:pt>
                <c:pt idx="384">
                  <c:v>-0.2163565</c:v>
                </c:pt>
                <c:pt idx="385">
                  <c:v>-0.21744022</c:v>
                </c:pt>
                <c:pt idx="386">
                  <c:v>-0.20720613</c:v>
                </c:pt>
                <c:pt idx="387">
                  <c:v>-0.23768028</c:v>
                </c:pt>
                <c:pt idx="388">
                  <c:v>-0.23770143</c:v>
                </c:pt>
                <c:pt idx="389">
                  <c:v>-0.24756235</c:v>
                </c:pt>
                <c:pt idx="390">
                  <c:v>-0.23737006</c:v>
                </c:pt>
                <c:pt idx="391">
                  <c:v>-0.25367189</c:v>
                </c:pt>
                <c:pt idx="392">
                  <c:v>-0.26807788</c:v>
                </c:pt>
                <c:pt idx="393">
                  <c:v>-0.26870441</c:v>
                </c:pt>
                <c:pt idx="394">
                  <c:v>-0.27469969</c:v>
                </c:pt>
                <c:pt idx="395">
                  <c:v>-0.29236208</c:v>
                </c:pt>
                <c:pt idx="396">
                  <c:v>-0.31894471</c:v>
                </c:pt>
                <c:pt idx="397">
                  <c:v>-0.30616861</c:v>
                </c:pt>
                <c:pt idx="398">
                  <c:v>-0.32287458</c:v>
                </c:pt>
                <c:pt idx="399">
                  <c:v>-0.30356994</c:v>
                </c:pt>
                <c:pt idx="400">
                  <c:v>-0.29307885</c:v>
                </c:pt>
                <c:pt idx="401">
                  <c:v>-0.29900351</c:v>
                </c:pt>
                <c:pt idx="402">
                  <c:v>-0.31460968</c:v>
                </c:pt>
                <c:pt idx="403">
                  <c:v>-0.28191373</c:v>
                </c:pt>
                <c:pt idx="404">
                  <c:v>-0.26838108</c:v>
                </c:pt>
                <c:pt idx="405">
                  <c:v>-0.25813279</c:v>
                </c:pt>
                <c:pt idx="406">
                  <c:v>-0.28703525</c:v>
                </c:pt>
                <c:pt idx="407">
                  <c:v>-0.32076647</c:v>
                </c:pt>
                <c:pt idx="408">
                  <c:v>-0.32238892</c:v>
                </c:pt>
                <c:pt idx="409">
                  <c:v>-0.30632035</c:v>
                </c:pt>
                <c:pt idx="410">
                  <c:v>-0.30249212</c:v>
                </c:pt>
                <c:pt idx="411">
                  <c:v>-0.29965295</c:v>
                </c:pt>
                <c:pt idx="412">
                  <c:v>-0.31352546</c:v>
                </c:pt>
                <c:pt idx="413">
                  <c:v>-0.30038876</c:v>
                </c:pt>
                <c:pt idx="414">
                  <c:v>-0.29088192</c:v>
                </c:pt>
                <c:pt idx="415">
                  <c:v>-0.29303993</c:v>
                </c:pt>
                <c:pt idx="416">
                  <c:v>-0.30515093</c:v>
                </c:pt>
                <c:pt idx="417">
                  <c:v>-0.31727114</c:v>
                </c:pt>
                <c:pt idx="418">
                  <c:v>-0.33736678</c:v>
                </c:pt>
                <c:pt idx="419">
                  <c:v>-0.32561477</c:v>
                </c:pt>
                <c:pt idx="420">
                  <c:v>-0.30358071</c:v>
                </c:pt>
                <c:pt idx="421">
                  <c:v>-0.30841913</c:v>
                </c:pt>
                <c:pt idx="422">
                  <c:v>-0.29315243</c:v>
                </c:pt>
                <c:pt idx="423">
                  <c:v>-0.31080136</c:v>
                </c:pt>
                <c:pt idx="424">
                  <c:v>-0.31914483</c:v>
                </c:pt>
                <c:pt idx="425">
                  <c:v>-0.33055312</c:v>
                </c:pt>
                <c:pt idx="426">
                  <c:v>-0.32959654</c:v>
                </c:pt>
                <c:pt idx="427">
                  <c:v>-0.33123289</c:v>
                </c:pt>
                <c:pt idx="428">
                  <c:v>-0.36938178</c:v>
                </c:pt>
                <c:pt idx="429">
                  <c:v>-0.35648384</c:v>
                </c:pt>
                <c:pt idx="430">
                  <c:v>-0.36254464</c:v>
                </c:pt>
                <c:pt idx="431">
                  <c:v>-0.36326073</c:v>
                </c:pt>
                <c:pt idx="432">
                  <c:v>-0.38111367</c:v>
                </c:pt>
                <c:pt idx="433">
                  <c:v>-0.40051045</c:v>
                </c:pt>
                <c:pt idx="434">
                  <c:v>-0.37730376</c:v>
                </c:pt>
                <c:pt idx="435">
                  <c:v>-0.3826518</c:v>
                </c:pt>
                <c:pt idx="436">
                  <c:v>-0.38506723</c:v>
                </c:pt>
                <c:pt idx="437">
                  <c:v>-0.41378637</c:v>
                </c:pt>
                <c:pt idx="438">
                  <c:v>-0.39780727</c:v>
                </c:pt>
                <c:pt idx="439">
                  <c:v>-0.4006346</c:v>
                </c:pt>
                <c:pt idx="440">
                  <c:v>-0.39491781</c:v>
                </c:pt>
                <c:pt idx="441">
                  <c:v>-0.40671671</c:v>
                </c:pt>
                <c:pt idx="442">
                  <c:v>-0.38185074</c:v>
                </c:pt>
                <c:pt idx="443">
                  <c:v>-0.38570267</c:v>
                </c:pt>
                <c:pt idx="444">
                  <c:v>-0.36879792</c:v>
                </c:pt>
                <c:pt idx="445">
                  <c:v>-0.35067274</c:v>
                </c:pt>
                <c:pt idx="446">
                  <c:v>-0.34667846</c:v>
                </c:pt>
                <c:pt idx="447">
                  <c:v>-0.34727009</c:v>
                </c:pt>
                <c:pt idx="448">
                  <c:v>-0.35052575</c:v>
                </c:pt>
                <c:pt idx="449">
                  <c:v>-0.35709019</c:v>
                </c:pt>
                <c:pt idx="450">
                  <c:v>-0.35099796</c:v>
                </c:pt>
                <c:pt idx="451">
                  <c:v>-0.35542578</c:v>
                </c:pt>
                <c:pt idx="452">
                  <c:v>-0.36070243</c:v>
                </c:pt>
                <c:pt idx="453">
                  <c:v>-0.35030222</c:v>
                </c:pt>
                <c:pt idx="454">
                  <c:v>-0.3370358</c:v>
                </c:pt>
                <c:pt idx="455">
                  <c:v>-0.36678195</c:v>
                </c:pt>
                <c:pt idx="456">
                  <c:v>-0.370035</c:v>
                </c:pt>
                <c:pt idx="457">
                  <c:v>-0.37379664</c:v>
                </c:pt>
                <c:pt idx="458">
                  <c:v>-0.3887023</c:v>
                </c:pt>
                <c:pt idx="459">
                  <c:v>-0.38252463</c:v>
                </c:pt>
                <c:pt idx="460">
                  <c:v>-0.38197487</c:v>
                </c:pt>
                <c:pt idx="461">
                  <c:v>-0.37297468</c:v>
                </c:pt>
                <c:pt idx="462">
                  <c:v>-0.37389059</c:v>
                </c:pt>
                <c:pt idx="463">
                  <c:v>-0.36585199</c:v>
                </c:pt>
                <c:pt idx="464">
                  <c:v>-0.34831283</c:v>
                </c:pt>
                <c:pt idx="465">
                  <c:v>-0.33342476</c:v>
                </c:pt>
                <c:pt idx="466">
                  <c:v>-0.34445516</c:v>
                </c:pt>
                <c:pt idx="467">
                  <c:v>-0.34568162</c:v>
                </c:pt>
                <c:pt idx="468">
                  <c:v>-0.34393991</c:v>
                </c:pt>
                <c:pt idx="469">
                  <c:v>-0.34716488</c:v>
                </c:pt>
                <c:pt idx="470">
                  <c:v>-0.35884838</c:v>
                </c:pt>
                <c:pt idx="471">
                  <c:v>-0.37695035</c:v>
                </c:pt>
                <c:pt idx="472">
                  <c:v>-0.39479313</c:v>
                </c:pt>
                <c:pt idx="473">
                  <c:v>-0.39585381</c:v>
                </c:pt>
                <c:pt idx="474">
                  <c:v>-0.39938176</c:v>
                </c:pt>
                <c:pt idx="475">
                  <c:v>-0.38991853</c:v>
                </c:pt>
                <c:pt idx="476">
                  <c:v>-0.39435272</c:v>
                </c:pt>
                <c:pt idx="477">
                  <c:v>-0.38372804</c:v>
                </c:pt>
                <c:pt idx="478">
                  <c:v>-0.36712729</c:v>
                </c:pt>
                <c:pt idx="479">
                  <c:v>-0.36777612</c:v>
                </c:pt>
                <c:pt idx="480">
                  <c:v>-0.36569808</c:v>
                </c:pt>
                <c:pt idx="481">
                  <c:v>-0.37617225</c:v>
                </c:pt>
                <c:pt idx="482">
                  <c:v>-0.39075165</c:v>
                </c:pt>
                <c:pt idx="483">
                  <c:v>-0.39159374</c:v>
                </c:pt>
                <c:pt idx="484">
                  <c:v>-0.38924728</c:v>
                </c:pt>
              </c:numCache>
            </c:numRef>
          </c:yVal>
        </c:ser>
        <c:ser>
          <c:idx val="2"/>
          <c:order val="2"/>
          <c:tx>
            <c:v>北证50价格</c:v>
          </c:tx>
          <c:spPr>
            <a:solidFill xmlns:a="http://schemas.openxmlformats.org/drawingml/2006/main">
              <a:srgbClr val="AAAAAA"/>
            </a:solidFill>
            <a:ln xmlns:a="http://schemas.openxmlformats.org/drawingml/2006/main" w="19050">
              <a:solidFill>
                <a:srgbClr val="AAAAAA"/>
              </a:solidFill>
              <a:prstDash val="dot"/>
            </a:ln>
          </c:spPr>
          <c:marker>
            <c:symbol val="none"/>
          </c:marker>
          <c:xVal>
            <c:numRef>
              <c:f>'Chart Data'!$E$2:$E$486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Data'!$F$2:$F$486</c:f>
              <c:numCache>
                <c:formatCode>0%</c:formatCode>
                <c:ptCount val="485"/>
                <c:pt idx="0">
                  <c:v>0</c:v>
                </c:pt>
                <c:pt idx="1">
                  <c:v>-0.12113471</c:v>
                </c:pt>
                <c:pt idx="2">
                  <c:v>-0.1238759</c:v>
                </c:pt>
                <c:pt idx="3">
                  <c:v>-0.19770491</c:v>
                </c:pt>
                <c:pt idx="4">
                  <c:v>-0.14468287</c:v>
                </c:pt>
                <c:pt idx="5">
                  <c:v>-0.15801644</c:v>
                </c:pt>
                <c:pt idx="6">
                  <c:v>-0.1468059</c:v>
                </c:pt>
                <c:pt idx="7">
                  <c:v>-0.10865872</c:v>
                </c:pt>
                <c:pt idx="8">
                  <c:v>-0.01686862</c:v>
                </c:pt>
                <c:pt idx="9">
                  <c:v>0</c:v>
                </c:pt>
                <c:pt idx="10">
                  <c:v>-0.07602346</c:v>
                </c:pt>
                <c:pt idx="11">
                  <c:v>-0.03683195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-0.02212292</c:v>
                </c:pt>
                <c:pt idx="17">
                  <c:v>-0.0385688</c:v>
                </c:pt>
                <c:pt idx="18">
                  <c:v>-0.13095144</c:v>
                </c:pt>
                <c:pt idx="19">
                  <c:v>-0.0764051</c:v>
                </c:pt>
                <c:pt idx="20">
                  <c:v>-0.00140882</c:v>
                </c:pt>
                <c:pt idx="21">
                  <c:v>0</c:v>
                </c:pt>
                <c:pt idx="22">
                  <c:v>0</c:v>
                </c:pt>
                <c:pt idx="23">
                  <c:v>-0.01246218</c:v>
                </c:pt>
                <c:pt idx="24">
                  <c:v>-0.00468733</c:v>
                </c:pt>
                <c:pt idx="25">
                  <c:v>-0.02440267</c:v>
                </c:pt>
                <c:pt idx="26">
                  <c:v>-0.01647665</c:v>
                </c:pt>
                <c:pt idx="27">
                  <c:v>-0.03858463</c:v>
                </c:pt>
                <c:pt idx="28">
                  <c:v>-0.04582927</c:v>
                </c:pt>
                <c:pt idx="29">
                  <c:v>-0.08052861</c:v>
                </c:pt>
                <c:pt idx="30">
                  <c:v>-0.07235275</c:v>
                </c:pt>
                <c:pt idx="31">
                  <c:v>-0.04382984</c:v>
                </c:pt>
                <c:pt idx="32">
                  <c:v>-0.03025758</c:v>
                </c:pt>
                <c:pt idx="33">
                  <c:v>-0.08029013</c:v>
                </c:pt>
                <c:pt idx="34">
                  <c:v>-0.08497178</c:v>
                </c:pt>
                <c:pt idx="35">
                  <c:v>-0.12084011</c:v>
                </c:pt>
                <c:pt idx="36">
                  <c:v>-0.11584119</c:v>
                </c:pt>
                <c:pt idx="37">
                  <c:v>-0.11671705</c:v>
                </c:pt>
                <c:pt idx="38">
                  <c:v>-0.08972087</c:v>
                </c:pt>
                <c:pt idx="39">
                  <c:v>-0.06195175</c:v>
                </c:pt>
                <c:pt idx="40">
                  <c:v>-0.06095664</c:v>
                </c:pt>
                <c:pt idx="41">
                  <c:v>-0.08159398</c:v>
                </c:pt>
                <c:pt idx="42">
                  <c:v>-0.07296457</c:v>
                </c:pt>
                <c:pt idx="43">
                  <c:v>-0.08193041</c:v>
                </c:pt>
                <c:pt idx="44">
                  <c:v>-0.12149665</c:v>
                </c:pt>
                <c:pt idx="45">
                  <c:v>-0.10085719</c:v>
                </c:pt>
                <c:pt idx="46">
                  <c:v>-0.1135614</c:v>
                </c:pt>
                <c:pt idx="47">
                  <c:v>-0.12518605</c:v>
                </c:pt>
                <c:pt idx="48">
                  <c:v>-0.13457704</c:v>
                </c:pt>
                <c:pt idx="49">
                  <c:v>-0.16433992</c:v>
                </c:pt>
                <c:pt idx="50">
                  <c:v>-0.19127789</c:v>
                </c:pt>
                <c:pt idx="51">
                  <c:v>-0.19610435</c:v>
                </c:pt>
                <c:pt idx="52">
                  <c:v>-0.16977322</c:v>
                </c:pt>
                <c:pt idx="53">
                  <c:v>-0.16830754</c:v>
                </c:pt>
                <c:pt idx="54">
                  <c:v>-0.19023808</c:v>
                </c:pt>
                <c:pt idx="55">
                  <c:v>-0.18392111</c:v>
                </c:pt>
                <c:pt idx="56">
                  <c:v>-0.21485155</c:v>
                </c:pt>
                <c:pt idx="57">
                  <c:v>-0.21372586</c:v>
                </c:pt>
                <c:pt idx="58">
                  <c:v>-0.22333972</c:v>
                </c:pt>
                <c:pt idx="59">
                  <c:v>-0.25746059</c:v>
                </c:pt>
                <c:pt idx="60">
                  <c:v>-0.26339216</c:v>
                </c:pt>
                <c:pt idx="61">
                  <c:v>-0.27611908</c:v>
                </c:pt>
                <c:pt idx="62">
                  <c:v>-0.27733421</c:v>
                </c:pt>
                <c:pt idx="63">
                  <c:v>-0.28764223</c:v>
                </c:pt>
                <c:pt idx="64">
                  <c:v>-0.27289813</c:v>
                </c:pt>
                <c:pt idx="65">
                  <c:v>-0.26368387</c:v>
                </c:pt>
                <c:pt idx="66">
                  <c:v>-0.25223454</c:v>
                </c:pt>
                <c:pt idx="67">
                  <c:v>-0.27300957</c:v>
                </c:pt>
                <c:pt idx="68">
                  <c:v>-0.29007462</c:v>
                </c:pt>
                <c:pt idx="69">
                  <c:v>-0.21361584</c:v>
                </c:pt>
                <c:pt idx="70">
                  <c:v>-0.21580336</c:v>
                </c:pt>
                <c:pt idx="71">
                  <c:v>-0.19983988</c:v>
                </c:pt>
                <c:pt idx="72">
                  <c:v>-0.20296713</c:v>
                </c:pt>
                <c:pt idx="73">
                  <c:v>-0.20108624</c:v>
                </c:pt>
                <c:pt idx="74">
                  <c:v>-0.20513974</c:v>
                </c:pt>
                <c:pt idx="75">
                  <c:v>-0.23759407</c:v>
                </c:pt>
                <c:pt idx="76">
                  <c:v>-0.23857001</c:v>
                </c:pt>
                <c:pt idx="77">
                  <c:v>-0.23399908</c:v>
                </c:pt>
                <c:pt idx="78">
                  <c:v>-0.24903702</c:v>
                </c:pt>
                <c:pt idx="79">
                  <c:v>-0.24027346</c:v>
                </c:pt>
                <c:pt idx="80">
                  <c:v>-0.19844162</c:v>
                </c:pt>
                <c:pt idx="81">
                  <c:v>-0.15869936</c:v>
                </c:pt>
                <c:pt idx="82">
                  <c:v>-0.13022969</c:v>
                </c:pt>
                <c:pt idx="83">
                  <c:v>-0.11248184</c:v>
                </c:pt>
                <c:pt idx="84">
                  <c:v>-0.10208936</c:v>
                </c:pt>
                <c:pt idx="85">
                  <c:v>-0.11785055</c:v>
                </c:pt>
                <c:pt idx="86">
                  <c:v>-0.1263664</c:v>
                </c:pt>
                <c:pt idx="87">
                  <c:v>-0.11099274</c:v>
                </c:pt>
                <c:pt idx="88">
                  <c:v>-0.13111265</c:v>
                </c:pt>
                <c:pt idx="89">
                  <c:v>-0.0845083</c:v>
                </c:pt>
                <c:pt idx="90">
                  <c:v>-0.07087784</c:v>
                </c:pt>
                <c:pt idx="91">
                  <c:v>-0.04515144</c:v>
                </c:pt>
                <c:pt idx="92">
                  <c:v>-0.04387385</c:v>
                </c:pt>
                <c:pt idx="93">
                  <c:v>-0.0572566</c:v>
                </c:pt>
                <c:pt idx="94">
                  <c:v>-0.03979408</c:v>
                </c:pt>
                <c:pt idx="95">
                  <c:v>-0.03040947</c:v>
                </c:pt>
                <c:pt idx="96">
                  <c:v>-0.07233997</c:v>
                </c:pt>
                <c:pt idx="97">
                  <c:v>-0.05124909</c:v>
                </c:pt>
                <c:pt idx="98">
                  <c:v>-0.02053725</c:v>
                </c:pt>
                <c:pt idx="99">
                  <c:v>0</c:v>
                </c:pt>
                <c:pt idx="100">
                  <c:v>-0.01461629</c:v>
                </c:pt>
                <c:pt idx="101">
                  <c:v>-0.01946372</c:v>
                </c:pt>
                <c:pt idx="102">
                  <c:v>-0.00095356</c:v>
                </c:pt>
                <c:pt idx="103">
                  <c:v>-0.00017056</c:v>
                </c:pt>
                <c:pt idx="104">
                  <c:v>-0.00638172</c:v>
                </c:pt>
                <c:pt idx="105">
                  <c:v>-0.03692801</c:v>
                </c:pt>
                <c:pt idx="106">
                  <c:v>-0.00644163</c:v>
                </c:pt>
                <c:pt idx="107">
                  <c:v>0</c:v>
                </c:pt>
                <c:pt idx="108">
                  <c:v>0</c:v>
                </c:pt>
                <c:pt idx="109">
                  <c:v>-0.02845804</c:v>
                </c:pt>
                <c:pt idx="110">
                  <c:v>-0.05505324</c:v>
                </c:pt>
                <c:pt idx="111">
                  <c:v>-0.09449974</c:v>
                </c:pt>
                <c:pt idx="112">
                  <c:v>-0.08596989</c:v>
                </c:pt>
                <c:pt idx="113">
                  <c:v>-0.06896427</c:v>
                </c:pt>
                <c:pt idx="114">
                  <c:v>-0.07038395</c:v>
                </c:pt>
                <c:pt idx="115">
                  <c:v>-0.07677909</c:v>
                </c:pt>
                <c:pt idx="116">
                  <c:v>-0.09388873</c:v>
                </c:pt>
                <c:pt idx="117">
                  <c:v>-0.1184144</c:v>
                </c:pt>
                <c:pt idx="118">
                  <c:v>-0.11474349</c:v>
                </c:pt>
                <c:pt idx="119">
                  <c:v>-0.11015572</c:v>
                </c:pt>
                <c:pt idx="120">
                  <c:v>-0.11751904</c:v>
                </c:pt>
                <c:pt idx="121">
                  <c:v>-0.27589663</c:v>
                </c:pt>
                <c:pt idx="122">
                  <c:v>-0.24099837</c:v>
                </c:pt>
                <c:pt idx="123">
                  <c:v>-0.16307286</c:v>
                </c:pt>
                <c:pt idx="124">
                  <c:v>-0.12243208</c:v>
                </c:pt>
                <c:pt idx="125">
                  <c:v>-0.10940046</c:v>
                </c:pt>
                <c:pt idx="126">
                  <c:v>-0.09102233</c:v>
                </c:pt>
                <c:pt idx="127">
                  <c:v>-0.09413702</c:v>
                </c:pt>
                <c:pt idx="128">
                  <c:v>-0.10432998</c:v>
                </c:pt>
                <c:pt idx="129">
                  <c:v>-0.09621209</c:v>
                </c:pt>
                <c:pt idx="130">
                  <c:v>-0.07836452</c:v>
                </c:pt>
                <c:pt idx="131">
                  <c:v>-0.05411627</c:v>
                </c:pt>
                <c:pt idx="132">
                  <c:v>-0.06019168</c:v>
                </c:pt>
                <c:pt idx="133">
                  <c:v>-0.05570447</c:v>
                </c:pt>
                <c:pt idx="134">
                  <c:v>-0.08818159</c:v>
                </c:pt>
                <c:pt idx="135">
                  <c:v>-0.09826566</c:v>
                </c:pt>
                <c:pt idx="136">
                  <c:v>-0.11432737</c:v>
                </c:pt>
                <c:pt idx="137">
                  <c:v>-0.10338815</c:v>
                </c:pt>
                <c:pt idx="138">
                  <c:v>-0.07680614</c:v>
                </c:pt>
                <c:pt idx="139">
                  <c:v>-0.0471441</c:v>
                </c:pt>
                <c:pt idx="140">
                  <c:v>-0.05153491</c:v>
                </c:pt>
                <c:pt idx="141">
                  <c:v>-0.0422706</c:v>
                </c:pt>
                <c:pt idx="142">
                  <c:v>-0.04339205</c:v>
                </c:pt>
                <c:pt idx="143">
                  <c:v>-0.01577804</c:v>
                </c:pt>
                <c:pt idx="144">
                  <c:v>-0.02502086</c:v>
                </c:pt>
                <c:pt idx="145">
                  <c:v>-0.01453037</c:v>
                </c:pt>
                <c:pt idx="146">
                  <c:v>-0.01831571</c:v>
                </c:pt>
                <c:pt idx="147">
                  <c:v>-0.01348797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-0.0614782</c:v>
                </c:pt>
                <c:pt idx="152">
                  <c:v>-0.07417511</c:v>
                </c:pt>
                <c:pt idx="153">
                  <c:v>-0.05623834</c:v>
                </c:pt>
                <c:pt idx="154">
                  <c:v>-0.05552608</c:v>
                </c:pt>
                <c:pt idx="155">
                  <c:v>-0.06864535</c:v>
                </c:pt>
                <c:pt idx="156">
                  <c:v>-0.04322788</c:v>
                </c:pt>
                <c:pt idx="157">
                  <c:v>-0.04806296</c:v>
                </c:pt>
                <c:pt idx="158">
                  <c:v>-0.03829143</c:v>
                </c:pt>
                <c:pt idx="159">
                  <c:v>-0.02775764</c:v>
                </c:pt>
                <c:pt idx="160">
                  <c:v>-0.03053367</c:v>
                </c:pt>
                <c:pt idx="161">
                  <c:v>-0.03564784</c:v>
                </c:pt>
                <c:pt idx="162">
                  <c:v>-0.02520325</c:v>
                </c:pt>
                <c:pt idx="163">
                  <c:v>-0.03506128</c:v>
                </c:pt>
                <c:pt idx="164">
                  <c:v>-0.03507074</c:v>
                </c:pt>
                <c:pt idx="165">
                  <c:v>-0.03745821</c:v>
                </c:pt>
                <c:pt idx="166">
                  <c:v>-0.06559765</c:v>
                </c:pt>
                <c:pt idx="167">
                  <c:v>-0.04842179</c:v>
                </c:pt>
                <c:pt idx="168">
                  <c:v>-0.05221282</c:v>
                </c:pt>
                <c:pt idx="169">
                  <c:v>-0.05836834</c:v>
                </c:pt>
                <c:pt idx="170">
                  <c:v>-0.07705251</c:v>
                </c:pt>
                <c:pt idx="171">
                  <c:v>-0.08943654</c:v>
                </c:pt>
                <c:pt idx="172">
                  <c:v>-0.07545636</c:v>
                </c:pt>
                <c:pt idx="173">
                  <c:v>-0.04175269</c:v>
                </c:pt>
                <c:pt idx="174">
                  <c:v>-0.02850368</c:v>
                </c:pt>
                <c:pt idx="175">
                  <c:v>-0.03733455</c:v>
                </c:pt>
                <c:pt idx="176">
                  <c:v>-0.02715486</c:v>
                </c:pt>
                <c:pt idx="177">
                  <c:v>-0.02204879</c:v>
                </c:pt>
                <c:pt idx="178">
                  <c:v>-0.01536617</c:v>
                </c:pt>
                <c:pt idx="179">
                  <c:v>-0.02747517</c:v>
                </c:pt>
                <c:pt idx="180">
                  <c:v>-0.02543774</c:v>
                </c:pt>
                <c:pt idx="181">
                  <c:v>-0.04376646</c:v>
                </c:pt>
                <c:pt idx="182">
                  <c:v>-0.05263382</c:v>
                </c:pt>
                <c:pt idx="183">
                  <c:v>-0.03974567</c:v>
                </c:pt>
                <c:pt idx="184">
                  <c:v>-0.04692835</c:v>
                </c:pt>
                <c:pt idx="185">
                  <c:v>-0.04840963</c:v>
                </c:pt>
                <c:pt idx="186">
                  <c:v>-0.03986866</c:v>
                </c:pt>
                <c:pt idx="187">
                  <c:v>-0.03462541</c:v>
                </c:pt>
                <c:pt idx="188">
                  <c:v>-0.04574171</c:v>
                </c:pt>
                <c:pt idx="189">
                  <c:v>-0.04313462</c:v>
                </c:pt>
                <c:pt idx="190">
                  <c:v>-0.03493559</c:v>
                </c:pt>
                <c:pt idx="191">
                  <c:v>-0.04135736</c:v>
                </c:pt>
                <c:pt idx="192">
                  <c:v>-0.01856118</c:v>
                </c:pt>
                <c:pt idx="193">
                  <c:v>-0.01415791</c:v>
                </c:pt>
                <c:pt idx="194">
                  <c:v>-0.0297829</c:v>
                </c:pt>
                <c:pt idx="195">
                  <c:v>-0.01914977</c:v>
                </c:pt>
                <c:pt idx="196">
                  <c:v>-0.01407547</c:v>
                </c:pt>
                <c:pt idx="197">
                  <c:v>-0.01651497</c:v>
                </c:pt>
                <c:pt idx="198">
                  <c:v>-0.00979248</c:v>
                </c:pt>
                <c:pt idx="199">
                  <c:v>-0.02714472</c:v>
                </c:pt>
                <c:pt idx="200">
                  <c:v>-0.03847591</c:v>
                </c:pt>
                <c:pt idx="201">
                  <c:v>-0.04067822</c:v>
                </c:pt>
                <c:pt idx="202">
                  <c:v>-0.03146487</c:v>
                </c:pt>
                <c:pt idx="203">
                  <c:v>-0.02907537</c:v>
                </c:pt>
                <c:pt idx="204">
                  <c:v>-0.01371528</c:v>
                </c:pt>
                <c:pt idx="205">
                  <c:v>-0.01374907</c:v>
                </c:pt>
                <c:pt idx="206">
                  <c:v>-0.02573643</c:v>
                </c:pt>
                <c:pt idx="207">
                  <c:v>-0.01425116</c:v>
                </c:pt>
                <c:pt idx="208">
                  <c:v>-0.02039655</c:v>
                </c:pt>
                <c:pt idx="209">
                  <c:v>-0.01212927</c:v>
                </c:pt>
                <c:pt idx="210">
                  <c:v>-0.03176761</c:v>
                </c:pt>
                <c:pt idx="211">
                  <c:v>-0.00235368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-0.01595442</c:v>
                </c:pt>
                <c:pt idx="216">
                  <c:v>-0.00921826</c:v>
                </c:pt>
                <c:pt idx="217">
                  <c:v>-0.00690332</c:v>
                </c:pt>
                <c:pt idx="218">
                  <c:v>-0.01440287</c:v>
                </c:pt>
                <c:pt idx="219">
                  <c:v>-0.04007581</c:v>
                </c:pt>
                <c:pt idx="220">
                  <c:v>-0.03760423</c:v>
                </c:pt>
                <c:pt idx="221">
                  <c:v>-0.02533241</c:v>
                </c:pt>
                <c:pt idx="222">
                  <c:v>-0.02881379</c:v>
                </c:pt>
                <c:pt idx="223">
                  <c:v>-0.02493926</c:v>
                </c:pt>
                <c:pt idx="224">
                  <c:v>-0.03944924</c:v>
                </c:pt>
                <c:pt idx="225">
                  <c:v>-0.04716611</c:v>
                </c:pt>
                <c:pt idx="226">
                  <c:v>0</c:v>
                </c:pt>
                <c:pt idx="227">
                  <c:v>0</c:v>
                </c:pt>
                <c:pt idx="228">
                  <c:v>-0.02100653</c:v>
                </c:pt>
                <c:pt idx="229">
                  <c:v>-0.02258393</c:v>
                </c:pt>
                <c:pt idx="230">
                  <c:v>-0.00703456</c:v>
                </c:pt>
                <c:pt idx="231">
                  <c:v>-0.02801255</c:v>
                </c:pt>
                <c:pt idx="232">
                  <c:v>-0.02431798</c:v>
                </c:pt>
                <c:pt idx="233">
                  <c:v>-0.01814073</c:v>
                </c:pt>
                <c:pt idx="234">
                  <c:v>-0.02402654</c:v>
                </c:pt>
                <c:pt idx="235">
                  <c:v>-0.03390746</c:v>
                </c:pt>
                <c:pt idx="236">
                  <c:v>-0.04190073</c:v>
                </c:pt>
                <c:pt idx="237">
                  <c:v>-0.03510721</c:v>
                </c:pt>
                <c:pt idx="238">
                  <c:v>-0.06045129</c:v>
                </c:pt>
                <c:pt idx="239">
                  <c:v>-0.04134153</c:v>
                </c:pt>
                <c:pt idx="240">
                  <c:v>-0.05451934</c:v>
                </c:pt>
                <c:pt idx="241">
                  <c:v>-0.07166675</c:v>
                </c:pt>
                <c:pt idx="242">
                  <c:v>-0.06529278</c:v>
                </c:pt>
                <c:pt idx="243">
                  <c:v>-0.07187865</c:v>
                </c:pt>
                <c:pt idx="244">
                  <c:v>-0.07358963</c:v>
                </c:pt>
                <c:pt idx="245">
                  <c:v>-0.08506738</c:v>
                </c:pt>
                <c:pt idx="246">
                  <c:v>-0.09690336</c:v>
                </c:pt>
                <c:pt idx="247">
                  <c:v>-0.09885781</c:v>
                </c:pt>
                <c:pt idx="248">
                  <c:v>-0.08421675</c:v>
                </c:pt>
                <c:pt idx="249">
                  <c:v>-0.09611405</c:v>
                </c:pt>
                <c:pt idx="250">
                  <c:v>-0.1300203</c:v>
                </c:pt>
                <c:pt idx="251">
                  <c:v>-0.13220062</c:v>
                </c:pt>
                <c:pt idx="252">
                  <c:v>-0.11450372</c:v>
                </c:pt>
                <c:pt idx="253">
                  <c:v>-0.10682436</c:v>
                </c:pt>
                <c:pt idx="254">
                  <c:v>-0.11635677</c:v>
                </c:pt>
                <c:pt idx="255">
                  <c:v>-0.10621356</c:v>
                </c:pt>
                <c:pt idx="256">
                  <c:v>-0.1079895</c:v>
                </c:pt>
                <c:pt idx="257">
                  <c:v>-0.11866702</c:v>
                </c:pt>
                <c:pt idx="258">
                  <c:v>-0.04450544</c:v>
                </c:pt>
                <c:pt idx="259">
                  <c:v>-0.05688787</c:v>
                </c:pt>
                <c:pt idx="260">
                  <c:v>-0.03903918</c:v>
                </c:pt>
                <c:pt idx="261">
                  <c:v>-0.04843984</c:v>
                </c:pt>
                <c:pt idx="262">
                  <c:v>-0.07178272</c:v>
                </c:pt>
                <c:pt idx="263">
                  <c:v>-0.07373595</c:v>
                </c:pt>
                <c:pt idx="264">
                  <c:v>-0.07722955</c:v>
                </c:pt>
                <c:pt idx="265">
                  <c:v>-0.07545725</c:v>
                </c:pt>
                <c:pt idx="266">
                  <c:v>-0.08165696</c:v>
                </c:pt>
                <c:pt idx="267">
                  <c:v>-0.09099691</c:v>
                </c:pt>
                <c:pt idx="268">
                  <c:v>-0.09494831</c:v>
                </c:pt>
                <c:pt idx="269">
                  <c:v>-0.07127331</c:v>
                </c:pt>
                <c:pt idx="270">
                  <c:v>-0.08063633</c:v>
                </c:pt>
                <c:pt idx="271">
                  <c:v>-0.07319255</c:v>
                </c:pt>
                <c:pt idx="272">
                  <c:v>-0.10029799</c:v>
                </c:pt>
                <c:pt idx="273">
                  <c:v>-0.11286621</c:v>
                </c:pt>
                <c:pt idx="274">
                  <c:v>-0.12232698</c:v>
                </c:pt>
                <c:pt idx="275">
                  <c:v>-0.1637019</c:v>
                </c:pt>
                <c:pt idx="276">
                  <c:v>-0.158453</c:v>
                </c:pt>
                <c:pt idx="277">
                  <c:v>-0.1518975</c:v>
                </c:pt>
                <c:pt idx="278">
                  <c:v>-0.1554421</c:v>
                </c:pt>
                <c:pt idx="279">
                  <c:v>-0.16071407</c:v>
                </c:pt>
                <c:pt idx="280">
                  <c:v>-0.15744633</c:v>
                </c:pt>
                <c:pt idx="281">
                  <c:v>-0.14464011</c:v>
                </c:pt>
                <c:pt idx="282">
                  <c:v>-0.1511094</c:v>
                </c:pt>
                <c:pt idx="283">
                  <c:v>-0.15453743</c:v>
                </c:pt>
                <c:pt idx="284">
                  <c:v>-0.15769466</c:v>
                </c:pt>
                <c:pt idx="285">
                  <c:v>-0.14491091</c:v>
                </c:pt>
                <c:pt idx="286">
                  <c:v>-0.13404031</c:v>
                </c:pt>
                <c:pt idx="287">
                  <c:v>-0.14892302</c:v>
                </c:pt>
                <c:pt idx="288">
                  <c:v>-0.15616887</c:v>
                </c:pt>
                <c:pt idx="289">
                  <c:v>-0.12376413</c:v>
                </c:pt>
                <c:pt idx="290">
                  <c:v>-0.12101915</c:v>
                </c:pt>
                <c:pt idx="291">
                  <c:v>-0.13057585</c:v>
                </c:pt>
                <c:pt idx="292">
                  <c:v>-0.12590133</c:v>
                </c:pt>
                <c:pt idx="293">
                  <c:v>-0.12628445</c:v>
                </c:pt>
                <c:pt idx="294">
                  <c:v>-0.13072218</c:v>
                </c:pt>
                <c:pt idx="295">
                  <c:v>-0.12214422</c:v>
                </c:pt>
                <c:pt idx="296">
                  <c:v>-0.12005256</c:v>
                </c:pt>
                <c:pt idx="297">
                  <c:v>-0.12572465</c:v>
                </c:pt>
                <c:pt idx="298">
                  <c:v>-0.12232151</c:v>
                </c:pt>
                <c:pt idx="299">
                  <c:v>-0.11478423</c:v>
                </c:pt>
                <c:pt idx="300">
                  <c:v>-0.1117035</c:v>
                </c:pt>
                <c:pt idx="301">
                  <c:v>-0.11570225</c:v>
                </c:pt>
                <c:pt idx="302">
                  <c:v>-0.11923107</c:v>
                </c:pt>
                <c:pt idx="303">
                  <c:v>-0.12542774</c:v>
                </c:pt>
                <c:pt idx="304">
                  <c:v>-0.10964644</c:v>
                </c:pt>
                <c:pt idx="305">
                  <c:v>-0.09348626</c:v>
                </c:pt>
                <c:pt idx="306">
                  <c:v>-0.09152089</c:v>
                </c:pt>
                <c:pt idx="307">
                  <c:v>-0.08417425</c:v>
                </c:pt>
                <c:pt idx="308">
                  <c:v>-0.0745283</c:v>
                </c:pt>
                <c:pt idx="309">
                  <c:v>-0.0250411</c:v>
                </c:pt>
                <c:pt idx="310">
                  <c:v>-0.04944166</c:v>
                </c:pt>
                <c:pt idx="311">
                  <c:v>-0.04016121</c:v>
                </c:pt>
                <c:pt idx="312">
                  <c:v>-0.06203719</c:v>
                </c:pt>
                <c:pt idx="313">
                  <c:v>-0.05991638</c:v>
                </c:pt>
                <c:pt idx="314">
                  <c:v>-0.0597312</c:v>
                </c:pt>
                <c:pt idx="315">
                  <c:v>-0.07857198</c:v>
                </c:pt>
                <c:pt idx="316">
                  <c:v>-0.07726841</c:v>
                </c:pt>
                <c:pt idx="317">
                  <c:v>-0.07089809</c:v>
                </c:pt>
                <c:pt idx="318">
                  <c:v>-0.03542779</c:v>
                </c:pt>
                <c:pt idx="319">
                  <c:v>-0.04937001</c:v>
                </c:pt>
                <c:pt idx="320">
                  <c:v>-0.04983388</c:v>
                </c:pt>
                <c:pt idx="321">
                  <c:v>-0.05134328</c:v>
                </c:pt>
                <c:pt idx="322">
                  <c:v>-0.06739963</c:v>
                </c:pt>
                <c:pt idx="323">
                  <c:v>-0.07010149</c:v>
                </c:pt>
                <c:pt idx="324">
                  <c:v>-0.08899874</c:v>
                </c:pt>
                <c:pt idx="325">
                  <c:v>-0.05920054</c:v>
                </c:pt>
                <c:pt idx="326">
                  <c:v>-0.06584105</c:v>
                </c:pt>
                <c:pt idx="327">
                  <c:v>-0.08483302</c:v>
                </c:pt>
                <c:pt idx="328">
                  <c:v>-0.07657564</c:v>
                </c:pt>
                <c:pt idx="329">
                  <c:v>-0.06406146</c:v>
                </c:pt>
                <c:pt idx="330">
                  <c:v>-0.0697287</c:v>
                </c:pt>
                <c:pt idx="331">
                  <c:v>-0.0737821</c:v>
                </c:pt>
                <c:pt idx="332">
                  <c:v>-0.06912275</c:v>
                </c:pt>
                <c:pt idx="333">
                  <c:v>-0.07118527</c:v>
                </c:pt>
                <c:pt idx="334">
                  <c:v>-0.06774693</c:v>
                </c:pt>
                <c:pt idx="335">
                  <c:v>-0.06060126</c:v>
                </c:pt>
                <c:pt idx="336">
                  <c:v>-0.06199044</c:v>
                </c:pt>
                <c:pt idx="337">
                  <c:v>-0.06671475</c:v>
                </c:pt>
                <c:pt idx="338">
                  <c:v>-0.10399438</c:v>
                </c:pt>
                <c:pt idx="339">
                  <c:v>-0.1407804</c:v>
                </c:pt>
                <c:pt idx="340">
                  <c:v>-0.14302446</c:v>
                </c:pt>
                <c:pt idx="341">
                  <c:v>-0.1334459</c:v>
                </c:pt>
                <c:pt idx="342">
                  <c:v>-0.13336818</c:v>
                </c:pt>
                <c:pt idx="343">
                  <c:v>-0.15349008</c:v>
                </c:pt>
                <c:pt idx="344">
                  <c:v>-0.1370324</c:v>
                </c:pt>
                <c:pt idx="345">
                  <c:v>-0.13353151</c:v>
                </c:pt>
                <c:pt idx="346">
                  <c:v>-0.14320296</c:v>
                </c:pt>
                <c:pt idx="347">
                  <c:v>-0.15201346</c:v>
                </c:pt>
                <c:pt idx="348">
                  <c:v>-0.15499523</c:v>
                </c:pt>
                <c:pt idx="349">
                  <c:v>-0.17063992</c:v>
                </c:pt>
                <c:pt idx="350">
                  <c:v>-0.16489922</c:v>
                </c:pt>
                <c:pt idx="351">
                  <c:v>-0.19274359</c:v>
                </c:pt>
                <c:pt idx="352">
                  <c:v>-0.2008941</c:v>
                </c:pt>
                <c:pt idx="353">
                  <c:v>-0.24467217</c:v>
                </c:pt>
                <c:pt idx="354">
                  <c:v>-0.23004447</c:v>
                </c:pt>
                <c:pt idx="355">
                  <c:v>-0.21862075</c:v>
                </c:pt>
                <c:pt idx="356">
                  <c:v>-0.23092424</c:v>
                </c:pt>
                <c:pt idx="357">
                  <c:v>-0.22804995</c:v>
                </c:pt>
                <c:pt idx="358">
                  <c:v>-0.23454838</c:v>
                </c:pt>
                <c:pt idx="359">
                  <c:v>-0.2420881</c:v>
                </c:pt>
                <c:pt idx="360">
                  <c:v>-0.22397712</c:v>
                </c:pt>
                <c:pt idx="361">
                  <c:v>-0.22167537</c:v>
                </c:pt>
                <c:pt idx="362">
                  <c:v>-0.23821016</c:v>
                </c:pt>
                <c:pt idx="363">
                  <c:v>-0.24080274</c:v>
                </c:pt>
                <c:pt idx="364">
                  <c:v>-0.20618186</c:v>
                </c:pt>
                <c:pt idx="365">
                  <c:v>-0.21900812</c:v>
                </c:pt>
                <c:pt idx="366">
                  <c:v>-0.20603311</c:v>
                </c:pt>
                <c:pt idx="367">
                  <c:v>-0.2056852</c:v>
                </c:pt>
                <c:pt idx="368">
                  <c:v>-0.19642298</c:v>
                </c:pt>
                <c:pt idx="369">
                  <c:v>-0.19668041</c:v>
                </c:pt>
                <c:pt idx="370">
                  <c:v>-0.18590696</c:v>
                </c:pt>
                <c:pt idx="371">
                  <c:v>-0.14705964</c:v>
                </c:pt>
                <c:pt idx="372">
                  <c:v>-0.13752723</c:v>
                </c:pt>
                <c:pt idx="373">
                  <c:v>-0.15060607</c:v>
                </c:pt>
                <c:pt idx="374">
                  <c:v>-0.13709797</c:v>
                </c:pt>
                <c:pt idx="375">
                  <c:v>-0.16331757</c:v>
                </c:pt>
                <c:pt idx="376">
                  <c:v>-0.16805463</c:v>
                </c:pt>
                <c:pt idx="377">
                  <c:v>-0.17337032</c:v>
                </c:pt>
                <c:pt idx="378">
                  <c:v>-0.19527727</c:v>
                </c:pt>
                <c:pt idx="379">
                  <c:v>-0.1914218</c:v>
                </c:pt>
                <c:pt idx="380">
                  <c:v>-0.1924224</c:v>
                </c:pt>
                <c:pt idx="381">
                  <c:v>-0.17226286</c:v>
                </c:pt>
                <c:pt idx="382">
                  <c:v>-0.14697707</c:v>
                </c:pt>
                <c:pt idx="383">
                  <c:v>-0.12789828</c:v>
                </c:pt>
                <c:pt idx="384">
                  <c:v>-0.13399963</c:v>
                </c:pt>
                <c:pt idx="385">
                  <c:v>-0.13819754</c:v>
                </c:pt>
                <c:pt idx="386">
                  <c:v>-0.12662567</c:v>
                </c:pt>
                <c:pt idx="387">
                  <c:v>-0.15921438</c:v>
                </c:pt>
                <c:pt idx="388">
                  <c:v>-0.16315364</c:v>
                </c:pt>
                <c:pt idx="389">
                  <c:v>-0.17611469</c:v>
                </c:pt>
                <c:pt idx="390">
                  <c:v>-0.17132783</c:v>
                </c:pt>
                <c:pt idx="391">
                  <c:v>-0.18071514</c:v>
                </c:pt>
                <c:pt idx="392">
                  <c:v>-0.19621958</c:v>
                </c:pt>
                <c:pt idx="393">
                  <c:v>-0.19413884</c:v>
                </c:pt>
                <c:pt idx="394">
                  <c:v>-0.20052677</c:v>
                </c:pt>
                <c:pt idx="395">
                  <c:v>-0.2202443</c:v>
                </c:pt>
                <c:pt idx="396">
                  <c:v>-0.238773</c:v>
                </c:pt>
                <c:pt idx="397">
                  <c:v>-0.21937484</c:v>
                </c:pt>
                <c:pt idx="398">
                  <c:v>-0.24463392</c:v>
                </c:pt>
                <c:pt idx="399">
                  <c:v>-0.24121196</c:v>
                </c:pt>
                <c:pt idx="400">
                  <c:v>-0.23970803</c:v>
                </c:pt>
                <c:pt idx="401">
                  <c:v>-0.24333217</c:v>
                </c:pt>
                <c:pt idx="402">
                  <c:v>-0.2530358</c:v>
                </c:pt>
                <c:pt idx="403">
                  <c:v>-0.21125529</c:v>
                </c:pt>
                <c:pt idx="404">
                  <c:v>-0.20078724</c:v>
                </c:pt>
                <c:pt idx="405">
                  <c:v>-0.18766469</c:v>
                </c:pt>
                <c:pt idx="406">
                  <c:v>-0.21336214</c:v>
                </c:pt>
                <c:pt idx="407">
                  <c:v>-0.23965338</c:v>
                </c:pt>
                <c:pt idx="408">
                  <c:v>-0.24556045</c:v>
                </c:pt>
                <c:pt idx="409">
                  <c:v>-0.23264676</c:v>
                </c:pt>
                <c:pt idx="410">
                  <c:v>-0.22477371</c:v>
                </c:pt>
                <c:pt idx="411">
                  <c:v>-0.22268569</c:v>
                </c:pt>
                <c:pt idx="412">
                  <c:v>-0.23184834</c:v>
                </c:pt>
                <c:pt idx="413">
                  <c:v>-0.22802445</c:v>
                </c:pt>
                <c:pt idx="414">
                  <c:v>-0.22209856</c:v>
                </c:pt>
                <c:pt idx="415">
                  <c:v>-0.21314842</c:v>
                </c:pt>
                <c:pt idx="416">
                  <c:v>-0.22424062</c:v>
                </c:pt>
                <c:pt idx="417">
                  <c:v>-0.23078703</c:v>
                </c:pt>
                <c:pt idx="418">
                  <c:v>-0.25593863</c:v>
                </c:pt>
                <c:pt idx="419">
                  <c:v>-0.24032126</c:v>
                </c:pt>
                <c:pt idx="420">
                  <c:v>-0.2319807</c:v>
                </c:pt>
                <c:pt idx="421">
                  <c:v>-0.23120293</c:v>
                </c:pt>
                <c:pt idx="422">
                  <c:v>-0.21808766</c:v>
                </c:pt>
                <c:pt idx="423">
                  <c:v>-0.24349914</c:v>
                </c:pt>
                <c:pt idx="424">
                  <c:v>-0.24950091</c:v>
                </c:pt>
                <c:pt idx="425">
                  <c:v>-0.26895554</c:v>
                </c:pt>
                <c:pt idx="426">
                  <c:v>-0.26572059</c:v>
                </c:pt>
                <c:pt idx="427">
                  <c:v>-0.26585174</c:v>
                </c:pt>
                <c:pt idx="428">
                  <c:v>-0.31559576</c:v>
                </c:pt>
                <c:pt idx="429">
                  <c:v>-0.30021214</c:v>
                </c:pt>
                <c:pt idx="430">
                  <c:v>-0.31279614</c:v>
                </c:pt>
                <c:pt idx="431">
                  <c:v>-0.33103038</c:v>
                </c:pt>
                <c:pt idx="432">
                  <c:v>-0.34646378</c:v>
                </c:pt>
                <c:pt idx="433">
                  <c:v>-0.36539685</c:v>
                </c:pt>
                <c:pt idx="434">
                  <c:v>-0.34484873</c:v>
                </c:pt>
                <c:pt idx="435">
                  <c:v>-0.3476362</c:v>
                </c:pt>
                <c:pt idx="436">
                  <c:v>-0.34729255</c:v>
                </c:pt>
                <c:pt idx="437">
                  <c:v>-0.37358137</c:v>
                </c:pt>
                <c:pt idx="438">
                  <c:v>-0.35888992</c:v>
                </c:pt>
                <c:pt idx="439">
                  <c:v>-0.35928396</c:v>
                </c:pt>
                <c:pt idx="440">
                  <c:v>-0.35380617</c:v>
                </c:pt>
                <c:pt idx="441">
                  <c:v>-0.36304532</c:v>
                </c:pt>
                <c:pt idx="442">
                  <c:v>-0.34228166</c:v>
                </c:pt>
                <c:pt idx="443">
                  <c:v>-0.34665382</c:v>
                </c:pt>
                <c:pt idx="444">
                  <c:v>-0.33607588</c:v>
                </c:pt>
                <c:pt idx="445">
                  <c:v>-0.32030853</c:v>
                </c:pt>
                <c:pt idx="446">
                  <c:v>-0.31823508</c:v>
                </c:pt>
                <c:pt idx="447">
                  <c:v>-0.31133167</c:v>
                </c:pt>
                <c:pt idx="448">
                  <c:v>-0.31823508</c:v>
                </c:pt>
                <c:pt idx="449">
                  <c:v>-0.324096</c:v>
                </c:pt>
                <c:pt idx="450">
                  <c:v>-0.32250888</c:v>
                </c:pt>
                <c:pt idx="451">
                  <c:v>-0.33346144</c:v>
                </c:pt>
                <c:pt idx="452">
                  <c:v>-0.33970123</c:v>
                </c:pt>
                <c:pt idx="453">
                  <c:v>-0.3270978</c:v>
                </c:pt>
                <c:pt idx="454">
                  <c:v>-0.30911979</c:v>
                </c:pt>
                <c:pt idx="455">
                  <c:v>-0.34293678</c:v>
                </c:pt>
                <c:pt idx="456">
                  <c:v>-0.3433108</c:v>
                </c:pt>
                <c:pt idx="457">
                  <c:v>-0.34707458</c:v>
                </c:pt>
                <c:pt idx="458">
                  <c:v>-0.36028214</c:v>
                </c:pt>
                <c:pt idx="459">
                  <c:v>-0.35446797</c:v>
                </c:pt>
                <c:pt idx="460">
                  <c:v>-0.35156999</c:v>
                </c:pt>
                <c:pt idx="461">
                  <c:v>-0.34732655</c:v>
                </c:pt>
                <c:pt idx="462">
                  <c:v>-0.35410489</c:v>
                </c:pt>
                <c:pt idx="463">
                  <c:v>-0.35319658</c:v>
                </c:pt>
                <c:pt idx="464">
                  <c:v>-0.34451358</c:v>
                </c:pt>
                <c:pt idx="465">
                  <c:v>-0.32813726</c:v>
                </c:pt>
                <c:pt idx="466">
                  <c:v>-0.33895564</c:v>
                </c:pt>
                <c:pt idx="467">
                  <c:v>-0.33962837</c:v>
                </c:pt>
                <c:pt idx="468">
                  <c:v>-0.33403885</c:v>
                </c:pt>
                <c:pt idx="469">
                  <c:v>-0.34046989</c:v>
                </c:pt>
                <c:pt idx="470">
                  <c:v>-0.34316811</c:v>
                </c:pt>
                <c:pt idx="471">
                  <c:v>-0.36162396</c:v>
                </c:pt>
                <c:pt idx="472">
                  <c:v>-0.37859408</c:v>
                </c:pt>
                <c:pt idx="473">
                  <c:v>-0.37954125</c:v>
                </c:pt>
                <c:pt idx="474">
                  <c:v>-0.37552793</c:v>
                </c:pt>
                <c:pt idx="475">
                  <c:v>-0.36837801</c:v>
                </c:pt>
                <c:pt idx="476">
                  <c:v>-0.37705554</c:v>
                </c:pt>
                <c:pt idx="477">
                  <c:v>-0.3659184</c:v>
                </c:pt>
                <c:pt idx="478">
                  <c:v>-0.35751834</c:v>
                </c:pt>
                <c:pt idx="479">
                  <c:v>-0.36442418</c:v>
                </c:pt>
                <c:pt idx="480">
                  <c:v>-0.34788332</c:v>
                </c:pt>
                <c:pt idx="481">
                  <c:v>-0.35899617</c:v>
                </c:pt>
                <c:pt idx="482">
                  <c:v>-0.37671007</c:v>
                </c:pt>
                <c:pt idx="483">
                  <c:v>-0.37318975</c:v>
                </c:pt>
                <c:pt idx="484">
                  <c:v>-0.36878966</c:v>
                </c:pt>
              </c:numCache>
            </c:numRef>
          </c:y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0.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573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损益（万元）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920575</c:v>
                </c:pt>
                <c:pt idx="1">
                  <c:v>920090</c:v>
                </c:pt>
                <c:pt idx="2">
                  <c:v>920405</c:v>
                </c:pt>
                <c:pt idx="3">
                  <c:v>其余股票合计</c:v>
                </c:pt>
                <c:pt idx="4">
                  <c:v>交易费用</c:v>
                </c:pt>
                <c:pt idx="5">
                  <c:v>现金分红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-4.00774</c:v>
                </c:pt>
                <c:pt idx="1">
                  <c:v>-2.265607</c:v>
                </c:pt>
                <c:pt idx="2">
                  <c:v>-1.134576</c:v>
                </c:pt>
                <c:pt idx="3">
                  <c:v>-3.8966062</c:v>
                </c:pt>
                <c:pt idx="4">
                  <c:v>-1.19972033</c:v>
                </c:pt>
                <c:pt idx="5">
                  <c:v>0.128147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839BB-D6B0-4CF9-8498-72FA1ED5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量化选股项目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049EE-0880-47A8-997D-6731A969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4D216-CD21-4B6D-BD57-3DBCBB8F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因子筛选、滚动训练与超额收益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AF716-C3E7-42BF-9B0C-FBAB49A7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以五天预测为例，沿着一条真实记录说明模型如何工作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89A94-7A98-4D53-8061-3B258206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组会汇报  2026年10月16日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CE0FF-AF6E-4D71-BE31-609B04BC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回测比较：2024-10-08收盘至2026-09-30收盘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本地行情：2021-11-15至2026-10-09</a:t>
            </a:r>
          </a:p>
        </p:txBody>
      </p:sp>
    </p:spTree>
    <p:extLst>
      <p:ext uri="{BB962C8B-B14F-4D97-AF65-F5344CB8AC3E}">
        <p14:creationId xmlns:p14="http://schemas.microsoft.com/office/powerpoint/2010/main" val="8384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D36BF-499E-48F4-A2C0-6C2B4D42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先看资金曲线：是否跑赢简单持有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14926-EAE5-45AC-844C-D14D4112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全部从100万元开始，展示连续485个交易日的每日资产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CA0FD-2E16-4A19-9B4B-F45FFC42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2C0BF24-E206-427B-999E-023391F9405F}"/>
              </a:ext>
            </a:extLst>
          </p:cNvPr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b4ca033a13482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14DA5-5BE4-492B-8F87-C963CE13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期末资产：主流程149.23万元，期初等权114.59万元，指数参考94.65万元。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相对等权多赚34.63个百分点，相对北证50多54.58个百分点。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47965-D32D-4EFF-8375-843F3185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来源：h5/selected_daily.csv、本次买入持有账本、bj50_benchmark.csv；纵轴：万元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B76D4-5616-4F53-A4C8-07A5D06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比较对象与共同起点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E8F8C-0EC4-4F03-9FC7-001E1644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主流程按此前验证选方法和仓位，不能把整条曲线称为纯LightGBM收益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A5F11-6B9F-4B40-94DB-FBCDADD9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6D863-C537-48E5-9071-38FBEFAE9704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5143500"/>
                <a:gridCol w="3714750"/>
              </a:tblGrid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选股与交易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费用与现金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每日排序，买前10或20只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分批持有五天，按规则调仓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买卖各0.05%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剩余资金留现金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期初等权持有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10月8日确定100只，各分1万元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10月9日开盘买，之后不换股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实际成交99只，1只未成交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分红留现金，送转增加股数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北证50价格指数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10月8日收盘点位设为100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之后按每日收盘比例变化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价格指数不含现金分红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不扣交易费用，仅作参照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67103-398B-4C78-8138-A0FED3DC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账户均在9月30日收盘估值，不假设未来卖出。等权指买入预算相同，之后权重随涨跌变化。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381A5-A41A-4F61-A3AD-1621BEAD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本次基准沿用项目成交约束、除权日到账情景；指数资料：bse.cn/market_data/bse_indices/bse_bz50.html</a:t>
            </a:r>
          </a:p>
        </p:txBody>
      </p:sp>
    </p:spTree>
    <p:extLst>
      <p:ext uri="{BB962C8B-B14F-4D97-AF65-F5344CB8AC3E}">
        <p14:creationId xmlns:p14="http://schemas.microsoft.com/office/powerpoint/2010/main" val="2020396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50827-0248-49AE-A25C-5498A2F6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从当天数据到下一次交易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0AF57-F511-4565-B398-63C17CEA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一行是“一只股票在一天的记录”。同一天100行，不同日期继续往下接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1596E-C4FB-4730-B20C-B0B0914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0DD6A-974B-4691-B9D4-95484CEB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收盘后的股票池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最多100只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5FB7B-8846-4981-9487-1E7DBCE1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2275" y="26670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4ADB2-D140-4537-A438-EEB04829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每只335个指标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取本季度100列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1C83D-A35F-49C8-A2C4-023B016C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6670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A3C7A-98F0-4A2C-990C-F4AA4E46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固定模型逐只评分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得到100个分数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5F288-9F51-49F1-8195-DA24615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26670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A7249-80B6-4BEE-B7B0-11AE93DC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按分数排序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下一交易日开盘买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E8F21-BF1C-46C9-B08A-D113FBFA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CC6F8-A3D2-4EC5-8C2C-6CDEF6A7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每日变化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98FDC-509A-4778-9932-7E39FE05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243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股票池、当天指标、评分、持仓、已出现的收益答案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C84B0-F585-4168-9C30-4E86E035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28D28-2459-4AEE-B74C-FC15FDD4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9112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用此前已知答案重选因子，重新建立模型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61334-2907-4077-A37C-7A27D06E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行情第1天2021-11-15开始积累；2022-02-14首次成池；2024-10-08开始逐季历史测试。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0DF55-36B3-4CB3-A175-67AFA79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来源：prepare_data.py、train_models.py、ledger.py</a:t>
            </a:r>
          </a:p>
        </p:txBody>
      </p:sp>
    </p:spTree>
    <p:extLst>
      <p:ext uri="{BB962C8B-B14F-4D97-AF65-F5344CB8AC3E}">
        <p14:creationId xmlns:p14="http://schemas.microsoft.com/office/powerpoint/2010/main" val="854643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E62B9-8259-4632-B9D5-06CF446A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股票池：4月1日从350只中选100只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7BF1D-922E-49CE-94D3-45D11EAC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2026-04-01收盘后执行。只使用当天及以前的数据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35FD9-E322-4099-8F42-8B15C924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E1655-42AC-4DBC-AE1D-3E4BEEB2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350只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469B0-C581-4E9A-8104-843F5C33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本地股票文件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649DA-D9D0-4E90-A3BA-81AF7F3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238125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82CB0-B863-4542-867E-7C384B28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287只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15B12-351D-47A8-A5F2-C39CDE20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历史不足60天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剔除63只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93615-5A32-432B-994D-27F543F6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238125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6120D-74DF-4D8F-8632-32B910A1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286只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75E78-2697-4434-BA6F-7E88A8BE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近20天成交不足16天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再剔除1只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E5ABC-8DCD-4CB1-98B0-181C202B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38125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91B1F-E569-44A4-BDE3-A94C169E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B0815-3301-499D-8D85-7BA714F3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20日平均成交额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取前100只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7A98F-4B5F-4B62-83AD-2CD78EDB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if 历史≥60天 且 近20天成交≥16天 且 当天有成交 且 平均成交额&gt;0：入候选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8230E-BB96-4F10-B944-1C3E82E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else：剔除；候选按20日成交额之和÷20排序，取前100只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E8D2C-C0C5-4EC9-9D33-A65E4D7F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第100名成电光信：3,722.17万元；第101名国子软件：3,666.26万元，后者未入池。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13744-B020-44DB-A867-85A58CE3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来源：01_20260401全部股票筛选过程.csv；历史ST、退市状态尚未完整核验</a:t>
            </a:r>
          </a:p>
        </p:txBody>
      </p:sp>
    </p:spTree>
    <p:extLst>
      <p:ext uri="{BB962C8B-B14F-4D97-AF65-F5344CB8AC3E}">
        <p14:creationId xmlns:p14="http://schemas.microsoft.com/office/powerpoint/2010/main" val="1527357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4DDE1-0617-44FE-BB12-AB07E0B7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因子预筛：335列如何变成100列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29AFD-75DD-44A1-BDC4-8E1A77B3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先由固定规则筛，再交给LightGBM。不是手工挑小集合，也不是按树的重要性倒选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47510-E248-4A52-BED1-901D871F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7E5BF-2287-4DFC-81F6-73EC1899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335列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12F62-87DC-4C40-9001-C65DF9D4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292个供应商因子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+19个价量特征+24个表达式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3E6DE-FC63-47CD-9EB8-BE58C23B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25146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1CB4E-D482-425D-8F17-56130A00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330列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1FFF9-3D19-4AF8-A6C2-A121B62C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有效记录比例至少70%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本次剔除5列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BC03A-71EE-40BF-BE5F-A3EB190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5146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7274B-674F-47E6-BDB3-D9F009E9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EC466-F9EB-40A2-A22B-3A1C1C9B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按平均IC绝对值排序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相似度≥0.92就跳过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306CE-D8ED-4C30-835F-7BEEBD0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逐列判断：if 与任一已选列的相关绝对值≥0.92：跳过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1FA5C-9C53-4ABA-9B21-6854B4BF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else：加入；if 已选满100列：停止。相关用本次训练行计算。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D080C-F8C9-473C-8809-2D8551F1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70%、0.92、100是当前预设。ICIR、夏普和回撤不参与这一轮预筛。实际列数是335，不是355。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D36E4-EB18-4FC1-98CD-BACC22DD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来源：train_models.py / screening；示例训练集：2026Q2五天模型49,881行</a:t>
            </a:r>
          </a:p>
        </p:txBody>
      </p:sp>
    </p:spTree>
    <p:extLst>
      <p:ext uri="{BB962C8B-B14F-4D97-AF65-F5344CB8AC3E}">
        <p14:creationId xmlns:p14="http://schemas.microsoft.com/office/powerpoint/2010/main" val="229035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32DBD-5A6F-4B39-8693-51A42020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IC：因子排序与后来收益排序是否一致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D07A8-93AC-4E23-812B-F3B84A40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教学示意：每张图只有5只股票。横轴是因子从小到大的名次，纵轴是后来收益名次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E69FB-03A6-4EE1-9FE1-5326ECBC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6B75A5C-11AB-4329-A444-84DEE6ED2810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aaad2352b14007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4B4CDB6-3C60-400D-BC4B-53B575353461}"/>
              </a:ext>
            </a:extLst>
          </p:cNvPr>
          <p:cNvGraphicFramePr/>
          <p:nvPr/>
        </p:nvGraphicFramePr>
        <p:xfrm>
          <a:off xmlns:a="http://schemas.openxmlformats.org/drawingml/2006/main" x="6429375" y="204787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c06d8bfed64b3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0C1CB-732C-4F9C-A521-119BF5C4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 = +1：数值越大，后来排名越高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CD5CF-8AF2-4921-B3BE-1965432E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958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 = −1：数值越小，后来排名越高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2CE13-C136-4AF2-9E10-AE72F28C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实际046平均IC=+0.1523，063为−0.1482。负相关也可留下；LightGBM用判断分支学习方向。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C07AB-8E86-4964-90AE-3D6BFA6A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IC=Σ[(x−均值x)(y−均值y)] / √(Σ(x−均值x)² × Σ(y−均值y)²)；每天算一次，再求平均</a:t>
            </a:r>
          </a:p>
        </p:txBody>
      </p:sp>
    </p:spTree>
    <p:extLst>
      <p:ext uri="{BB962C8B-B14F-4D97-AF65-F5344CB8AC3E}">
        <p14:creationId xmlns:p14="http://schemas.microsoft.com/office/powerpoint/2010/main" val="1294677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8D95A-7E11-4E3A-B99F-46B9957A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实际筛选：063保留，067跳过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468D3-9BBE-443A-A8A3-8596A437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2026Q2五天模型，按历史平均IC的绝对值从大到小检查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178BB-D6A3-40C6-81D6-CAE2D4BA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938C6-8871-4B82-AC5F-C0D779280CCA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2047875"/>
                <a:gridCol w="4238625"/>
                <a:gridCol w="2428875"/>
              </a:tblGrid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 / 因子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平均IC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与已选列最大相关绝对值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046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+0.1523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首列，无需比较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063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−0.1482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0.9183 &lt;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/ 079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0.9112 &lt;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/ 067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0.9241 ≥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/ 031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−0.1438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0.9289 ≥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6F760-7A9A-4A7C-9BEB-E81D4FCC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0.9241说明067与已有因子过于相似，即使它自身与收益有关系，也先跳过。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当前IC缺失值集合处理有偏差，需修正重跑；本页如实展示现有实现。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C056E-FEE5-418E-9B4B-CE305AFC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来源：02_2026Q2五天模型全部因子筛选过程.csv；相关去重时空值填0</a:t>
            </a:r>
          </a:p>
        </p:txBody>
      </p:sp>
    </p:spTree>
    <p:extLst>
      <p:ext uri="{BB962C8B-B14F-4D97-AF65-F5344CB8AC3E}">
        <p14:creationId xmlns:p14="http://schemas.microsoft.com/office/powerpoint/2010/main" val="12692043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37C93-A293-46EC-B5A1-C594242D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LightGBM输入：49,881行 × 100列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33C66-5E4E-44B2-AA38-8E559E7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100列是指标；49,881行是不同日期、不同股票的记录。答案另交一列y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FFA9B-4B65-4C56-9830-91C66441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02320-7271-4D97-AD57-C8D13ABA0DEB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2428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10000"/>
                <a:gridCol w="1666875"/>
                <a:gridCol w="1666875"/>
                <a:gridCol w="2047875"/>
                <a:gridCol w="1857375"/>
              </a:tblGrid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 / 股票，仅识别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046输入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063输入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其余98列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 / 920001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该日指标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−0.49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 / 920021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该日指标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2024-03-04 / 920001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−0.22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该日指标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−0.43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536B1-3E7A-46D5-876D-5795FF42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输入怎么变：046在当天100只有值股票中排第35，35÷100−0.5=−0.15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6D3F9-69EB-4845-9AA8-656849C5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答案怎么变：后来五天亏16.86%，当日100只中最低，1÷100−0.5=−0.49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B6EA1-C2E2-4E3F-AA75-7AD7BAAD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同日先排名再减0.5；并列取平均名次。输入缺失填0，答案缺失删整行。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499天×100只−19条缺答案=49,881行；日期、代码、未来收益都不进X。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3B1B9-E1A2-4C3D-8BA9-E5E37D0B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来源：05_训练表前五行含答案.csv、prepare_data.py；输出学习的是相对名次，不是涨幅</a:t>
            </a:r>
          </a:p>
        </p:txBody>
      </p:sp>
    </p:spTree>
    <p:extLst>
      <p:ext uri="{BB962C8B-B14F-4D97-AF65-F5344CB8AC3E}">
        <p14:creationId xmlns:p14="http://schemas.microsoft.com/office/powerpoint/2010/main" val="1201212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FF82F-8BDE-4A0E-B35C-29F42172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为什么3月27日的“一天收益”到31日才知道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064B0-786A-4EE4-81C9-4149B769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当前一天口径：周五收盘选股，下一交易日买，再下一交易日开盘卖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DFD3C-4DAE-4587-BBBF-36FED42F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E71F-6872-4AED-9614-16AE06E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3月27日 周五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BDF6B-FA8B-4814-92CD-3BAE8452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收盘后计算因子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此时没有收益答案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81F3E-C434-4072-A5CE-469AEFA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2275" y="228600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85F55-5864-4D76-9323-3411AAA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3月28—29日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79072-4B76-4F29-8AAE-C43D70CF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周末休市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没有开盘买卖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0531A-DD0C-4B07-835B-132B46FF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28600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837AA-AFA7-43EC-8C8B-C887816D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3月30日 周一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38116-39A4-417A-92FF-3C364E83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开盘买入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当天不能卖出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742C1-45FD-48FC-B62A-3877B2A2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228600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04C2D-46B2-4219-9966-F905FBF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3月31日 周二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9ACD7-9634-464E-8501-2E2D1E6C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开盘卖出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此刻才能计算答案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A9303-134D-43C5-8B90-AF85FC2C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一天收益 = 3月31日开盘价 ÷ 3月30日开盘价 − 1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A7CF4-653E-4892-889E-538D327C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五天口径：t后第5交易日收盘 ÷ 下一交易日开盘 − 1。3月24日记录到31日成熟；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3月25日记录到4月1日才成熟，因此不能参加4月1日启用模型的训练。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D6EE1-9414-469A-B448-DBC00DAC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来源：prepare_data.py；天数按交易日计算，训练标签用复权价，交易账本用原始价和分红送转</a:t>
            </a:r>
          </a:p>
        </p:txBody>
      </p:sp>
    </p:spTree>
    <p:extLst>
      <p:ext uri="{BB962C8B-B14F-4D97-AF65-F5344CB8AC3E}">
        <p14:creationId xmlns:p14="http://schemas.microsoft.com/office/powerpoint/2010/main" val="23543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4C2AB-4FCB-4693-8F7E-744F1C8D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4月1日启用前：训练、验证、再训练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A0C15-3DD6-41FA-883B-50D4C38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一批读入过去的完整记录可以合规；边界看“答案何时已知”，不看读取顺序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8EBD2-182A-40D9-A6B7-5D8E5D5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A6C27-6B7D-41AA-842F-16103E31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内部训练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C7A01-B191-48B4-9F39-9A81713D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907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2023-08-21 至 2025-09-09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B9595-8DA9-4329-A62F-E22D33CC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907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答案最晚2025-09-16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06BC2-3953-47EA-BEDC-3BF376B4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内部验证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70C26-8C6B-4514-BAFF-8C0052BE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289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2025-09-17 至 2026-03-31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6348A-3E28-4D77-8B99-A8E3D2F4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289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只评价已在3月31日前成熟的答案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B9A34-F5CF-464A-9750-26EA7C90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正式重训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AEAB6-3DAE-41E5-A4D0-15AA00F6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671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2024-03-01 至 2026-03-24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190C2-DF7B-4D04-9A64-0035E929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671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答案最晚3月31日，49,881行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B3C36-81C8-4899-9F50-AEAE6579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正式预测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74A8B-E15E-45D7-AF25-C5BAAA42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5053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2026-04-01 至 2026-06-30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6C058-6E34-4ADE-BCB6-6E0B524F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053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每天输入当天指标，季度内模型固定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8C369-3DB3-44E2-AACE-EAE4C621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if 答案结束日 ≥ 当前训练截止日：禁止进入筛因子和训练。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验证选方法、股票数和仓位；再用最新成熟历史重训，随后才评价4—6月。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B7F4C-D157-4583-A28F-C000569C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来源：08_20260401训练和内部考试完整边界.csv、train_models.py；供应商历史发布时间仍待核验</a:t>
            </a:r>
          </a:p>
        </p:txBody>
      </p:sp>
    </p:spTree>
    <p:extLst>
      <p:ext uri="{BB962C8B-B14F-4D97-AF65-F5344CB8AC3E}">
        <p14:creationId xmlns:p14="http://schemas.microsoft.com/office/powerpoint/2010/main" val="12845593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6246E-02CE-45C3-A11C-3B36FB9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季度滚动：旧模型被新模型替换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4631C-AF9D-4540-AAC8-2040E23F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每次向前移动一个季度，重新筛100列、重新训练180棵树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426F7-2E47-4609-B48D-ACEE6C1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42EE9-3857-470B-A95D-90C45E1E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2026Q1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01-05启用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8DDE6-ACE2-423B-908D-CBDA8934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19300"/>
            <a:ext cx="53340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2023-12-05 至 2025-12-24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49,886行，答案截至12-31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B3285-79CE-4CAE-BB58-25B3DCA4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31457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8B269-24C8-46EE-B94B-4D259740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143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使用一个季度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64676-6EEC-44D3-9477-EEC66966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2026Q2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04-01启用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6102F-C7EE-4DB9-B558-32AB1B23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53340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2024-03-01 至 2026-03-24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49,881行，答案截至03-31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E9CDD-3F7B-4165-9659-447630FA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34861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DBFC9-9E80-454E-94D8-AE929DD0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90875"/>
            <a:ext cx="2143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使用一个季度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42F1A-8E8B-45FD-AC00-E0A632AB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2026Q3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07-01启用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F93FE-4E5A-4497-8EB0-32976C33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62450"/>
            <a:ext cx="53340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2024-05-31 至 2026-06-23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49,872行，答案截至06-30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E85A1-A9ED-4842-9D75-863B64A4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6825" y="46577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07898-8C3A-4E92-9636-B71D792B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62450"/>
            <a:ext cx="2143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使用一个季度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2EB95-6011-435E-B1F4-E2910DA7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4月1日用新模型；4月2日仍用同一个模型，只换当天的输入。新答案存入历史库，7月再训练。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74BB1-7C2E-4128-A178-76F6D3F5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来源：h5/folds.json；最近504交易日窗口，五天答案未成熟记录剔除后约499个信号日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195E5-4B9D-4D78-88B1-D7485B45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LightGBM的一棵树：把记录分组后纠错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CB6BB-628F-4ADF-8201-5338CC9D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2026Q2五天模型第一棵树的首个真实判断：046输入是否 ≤ −0.195985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54C52-0CEB-4E9E-B550-11251324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6C0C8-A76E-427D-90DC-4A0B09D4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49,881条历史记录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开始都预测0.0050019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3A0AB-7575-4AEA-9D74-15E9F4D8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8681B-401E-4F69-92F2-92360108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CD8D7-825D-4A8C-88F8-6A393A7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46E09-48A8-4378-800A-49F721EF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222A2-74E6-43F7-800A-97029A83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if ≤ −0.195985</a:t>
            </a:r>
          </a:p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14,957行，继续细分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57DD5-B828-408A-9540-15FAB33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76625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else &gt; −0.195985</a:t>
            </a:r>
          </a:p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34,924行，继续细分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D5429-8913-4831-BFEA-4CE96D62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每组修正 = 0.035 × 该组误差之和 ÷（该组行数 + 12）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D982E-24DC-48A3-914A-B774BB4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误差 = 答案 − 当前预测；比较各分界的纠错效果，并惩罚过大的修正。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28A97-8F34-42B1-B375-1E1ED875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0.035控制每轮调整幅度，+12压低修正。9945行误差和624.68时，修正+0.00220。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每棵树最多15组、5层，每组至少160行；抽80%列。这些数均为当前预设。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4BBA7-2638-4B7B-8B70-DCEC7083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来源：2026Q2_models.joblib、train_models.py；分界和叶值均有限，输出不是任意猜测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8B8BC-8E62-4ABC-8CC4-9493D0B3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180轮训练：每轮纠正同一批历史记录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1F8F6-FF45-4C4F-855F-D34174E0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横轴是第几轮，不是第几天。纵轴是所有49,881行的误差平方之和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66F75-D7BE-4780-8388-1CA82E38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1E6C260-FDE9-41FF-BCF4-A8382DB33952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7048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2a436dc67a4ae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8870E-305B-4CF4-86D8-45A1CC72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起始：4156.33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第1轮：4145.66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第180轮：3761.97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EF381-A0B4-44C7-97E3-4BD213F6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524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每一轮：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算误差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建立新的if/else树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加上修正，再算误差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5DAEE-0D84-4804-97C7-8060F9C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新股票输出 = 起始均值 + 180棵树分别给出的修正。训练误差下降，只说明更贴合旧样本。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真实样例920001：答案−0.49，预测从+0.0050变为−0.0790，仍有误差。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093E0-923F-46D0-98C8-BCA97531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来源：2026Q2_models.joblib；参数：lightgbm.readthedocs.io/en/latest/pythonapi/lightgbm.LGBMRegressor.html</a:t>
            </a:r>
          </a:p>
        </p:txBody>
      </p:sp>
    </p:spTree>
    <p:extLst>
      <p:ext uri="{BB962C8B-B14F-4D97-AF65-F5344CB8AC3E}">
        <p14:creationId xmlns:p14="http://schemas.microsoft.com/office/powerpoint/2010/main" val="19927273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D7594-8E98-4E59-958A-6CD841B8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4月1日的输出：100只股票各得一个分数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D571D-87CD-4CAF-8BAE-22E1B197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以下是当日纯LightGBM评分最高的5只。右列是之后才出现的五天实际收益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631A4-E2CA-4FB9-A254-0C68F7FE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FC317-81E5-4C93-97B3-33BC4BDA175A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000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3810000"/>
                <a:gridCol w="3810000"/>
              </a:tblGrid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股票代码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LightGBM分数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后来五天收益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920249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0.0994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−1.40%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920876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0.0902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+2.03%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920019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0.0709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−0.56%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920493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920833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−2.86%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5935E-FC45-4D4A-8023-139B25FF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0.0994不等于涨9.94%，也不等于上涨概率。它用于同日股票的相对排序。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F3D5C-BAB3-4F2E-9002-A7FC28F4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当季主流程实际选择四模型排名的平均值，再买前10只；LightGBM是其中一个成员。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当天只能使用左两列。右列用于之后检验排序是否有用。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EA687-CB45-4C37-B91A-4BDD42A2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来源：h5/2026Q2_predictions.parquet、2026Q2_selection.json</a:t>
            </a:r>
          </a:p>
        </p:txBody>
      </p:sp>
    </p:spTree>
    <p:extLst>
      <p:ext uri="{BB962C8B-B14F-4D97-AF65-F5344CB8AC3E}">
        <p14:creationId xmlns:p14="http://schemas.microsoft.com/office/powerpoint/2010/main" val="9630603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B8394-516F-47DF-B94E-B951A0FC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模型关系会变：Q2的排序能力明显减弱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D4B83-4460-4075-8226-DF1C595F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老师说的“参数漂移”：过去有效的判断分界和修正幅度，换一段市场可能不再合适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61F04-99C3-4899-B67C-E91EC12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242E047-6AB1-4B9B-803E-245EDC7AECA0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f267bc7eb749b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2422F-7C55-43D6-A125-6E6F93F5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季度重训已经在做，但不能保证下一季有效。Q2变差是现象，不能仅凭这张图断定具体原因。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新旧因子重合94/100列、93/100列；因子名没换，树的判断也可能改变。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66B00-31B4-4F4E-9A73-674AECBD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来源：h5_lgbm_daily_ic_groups.csv；本页是纯LightGBM的预测评价，不是主流程账户收益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4BF89-72A8-4A39-9410-89B7A7D9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因子衰减与更新频率怎样配合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6BAA3-AFE4-44B6-9C60-908B71D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“信号几天后失效”决定持有多久；“因子关系几个月后变弱”决定训练历史留多长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11A5E-9C85-4769-A872-9FB2D32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200839F-D119-4E75-A586-B62B9CC16CBB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77236fb65740f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F718-9FAD-4D59-9B6A-C68E708B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同一截止日2026-03-24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短期关系弱于长历史平均，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但这还不是“半衰期”的测量。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FC630-4A63-467E-ACC9-1FC8A6DD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拟比较的规则（尚未实现）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快：留63日，每5日重训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慢：留252日，每21日重训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只在过去的验证期决定哪套更好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0433B-164A-4516-AD70-20952488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当前是504日等权训练、季度重训。拟加时间权重：权重=2^(−距今交易日÷半衰期)，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如半衰期21日，21日前样本权重为今天的一半；必须用新时期检验超额和费用。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BF6D9-985B-48B7-B9F2-CA8BBC82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来源：10_用于选因子的每一天IC.csv；只看短期IC下降不能证明该因子必然失效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285AE-592A-4E86-83CC-1B4C028A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超额收益曲线：从起点累计多赚多少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48A7F-6BC1-48CE-8C5B-07EC12C9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超额（百分点）= 策略累计收益率 − 基准累计收益率。高于0表示累计领先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63008-4E06-465A-B401-AFCF446C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DAA0412-D878-4603-AECE-F1854C23395C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751231eadb4b7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56913-14D3-4190-959B-B49AEB0A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全期相对期初等权：+34.63个百分点；相对北证50：+54.58个百分点。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相对财富比另算：1.4923÷1.1459−1=30.22%，它与34.63个百分点不是同一口径。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1A043-2789-4E05-BC36-B340886A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来源：本次统一起点的comparison_daily.csv；累计收益差不是扣除市场风险后的纯选股收益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DDD7A-7AAB-459B-BE79-2071C460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分季度看：领先并不发生在每一季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A82B7-CA26-4035-8ECE-9E63BD67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柱高 = 当季主流程收益 − 同期原始买入持有组合收益，单位：百分点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6F278-8F80-4A64-BB1F-6522AC34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661765F-8DB1-4DE6-B200-A133D35A18F8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06bde320894d2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792C8-778C-46FD-9987-165B9014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2024Q4落后13.08个百分点，2026Q2落后1.52个百分点；2026Q3领先8.12个百分点。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季度超额不能直接相加成全期超额，因为每季的资产基数不同。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B06BC-ED18-410E-B8E2-04D09C17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来源：同一连续账本按季度首尾资产计算；首季从2024-10-08开始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189B4-688F-4987-B1E1-2824B36C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后一年：亏损，但比基准少亏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8F04A-22A5-47D1-A529-D410BA54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2025-09-30收盘重新设为100万元，观察此后一年；原持仓继续，不重新买入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52F30-3CFE-48C9-8AD4-BB0B4C9B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2C7636C-CE90-4E6D-9793-9096B82A91E1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8e814decef4e4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B16D0-3BB7-47DE-9B9A-D92ECA8B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主流程−8.24%，等权持有−31.87%，北证50−31.99%。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相对等权+23.63个百分点，相对指数+23.75个百分点；这比只报亏损更完整。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E6937-20EF-4AFB-B0BA-9F04AEE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来源：comparison_daily.csv；纵轴：重新设定起点后的万元，不是额外进行一次交易</a:t>
            </a:r>
          </a:p>
        </p:txBody>
      </p:sp>
    </p:spTree>
    <p:extLst>
      <p:ext uri="{BB962C8B-B14F-4D97-AF65-F5344CB8AC3E}">
        <p14:creationId xmlns:p14="http://schemas.microsoft.com/office/powerpoint/2010/main" val="4672338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4191B-6F16-4E0C-B2EB-7D29913E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回撤曲线：资产从此前最高点跌了多少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AAF5D-DFD7-4F7F-AD95-FC968A54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每日回撤 = 当日资产 ÷ 此前（含当日）最高资产 − 1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FDDA3-4A75-4D01-9171-6F40B734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5DD6222-7135-4E0B-BE68-43C58B634CFA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9688dc88f342f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20AC7-67DF-4A7D-AB2A-C0B48389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最大回撤：主流程23.87%，等权持有41.38%，北证50价格37.95%。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主流程最深回撤：2025-03-18的142.64万元，降至4月7日的108.59万元。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9A7A1-3767-442A-94BD-1D8EED8D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来源：连续每日资产；是从峰值到谷底的跌幅，不是把亏损日简单相加</a:t>
            </a:r>
          </a:p>
        </p:txBody>
      </p:sp>
    </p:spTree>
    <p:extLst>
      <p:ext uri="{BB962C8B-B14F-4D97-AF65-F5344CB8AC3E}">
        <p14:creationId xmlns:p14="http://schemas.microsoft.com/office/powerpoint/2010/main" val="12397212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8E1A2-CB6C-4BD2-90EF-A0CAB9DE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最近半年亏在哪里：先把账户对平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6C7D2-B1CC-4DD3-9DF8-444B7D2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2026-03-31收盘至2026-09-30收盘，161.60万元降至149.23万元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51657-E518-4607-986E-475FC49B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00C6A2E-0FBF-4D79-8792-EE2279A62BD2}"/>
              </a:ext>
            </a:extLst>
          </p:cNvPr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d8e4ebeef04a4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FC8C9-3C41-4650-8306-370B41E9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价差−113,045元 − 费用11,997元 + 分红1,281元 = −123,761元（取整）。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本期仍比等权少亏6.23个百分点；资金曲线不能单独证明亏损的经济原因。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05C6E-7D6B-44B5-A873-C0327DCE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来源：持仓、订单、每日账户；柱图单位：万元；价差=期末市值−期初市值+卖出额−买入额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72846-C985-4353-A0E2-7745AD50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超额有多少来自选股，有多少来自仓位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A0BB6-EA6B-44C4-A3C0-F3861EA8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主流程平均股票仓位27.79%，期初等权98.55%。直接相减包含了仓位差异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1EDEB-1CA2-4850-8293-3EA87EB9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4F835-EEDF-4CAB-B689-A7D66FF36895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953000"/>
                <a:gridCol w="2047875"/>
                <a:gridCol w="2047875"/>
                <a:gridCol w="2000250"/>
              </a:tblGrid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同一全期区间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累计收益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平均股票仓位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+49.23%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23.87%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27.79%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同仓位规则的动态等权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+12.47%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15.11%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纯LightGBM，前20只，无择时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+109.34%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44.35%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79.21%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动态股票池等权，无择时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+22.41%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33.32%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51.21%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7D124-463C-4483-9258-ACB83A17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同仓位规则仍有不同实际仓位：100只分散买入受最低100股等约束影响，不能当成严格风险匹配。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纯LightGBM收益高、回撤也大。这些历史对照尚不能证明可实现的对冲后收益。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5BA03-5449-4A57-895B-A2F56CB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来源：fixed_daily.parquet、equal_pool_daily.csv、本次same_policy_equal_daily.csv；对照参数未重新挑优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C3F09-F1C1-4FEC-A8CB-7C127489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几个指标分别在回答什么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9AA81-656B-4349-AAC6-7F86A8D0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IC看排序，资金曲线看赚赔，回撤看最难熬的阶段；它们不能互相替代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2781B-5CEE-4C76-A209-DB592A17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1E63D-77DA-42DD-82E7-295FF5B29995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5048250"/>
                <a:gridCol w="3667125"/>
              </a:tblGrid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白话与公式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本次数据范围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平均IC / ICIR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IC逐日衡量排序同不同向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ICIR=每日IC平均÷每日IC标准差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因子预筛：499个信号日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2024-03-01至2026-03-24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相对基准超额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同一时期策略收益−基准收益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本稿以百分点表示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2024-10-08至2026-09-30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每条曲线从同一个100开始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(平均日收益−日无风险收益)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÷日收益标准差 × √252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每日账户收益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无风险年收益假设1.5%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 / 最大回撤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卡玛=年化收益÷最大回撤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回撤=离此前最高资产的跌幅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同一全期账户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卡玛不是金融衍生品的Gamma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2E96F-7305-42D4-93F9-0335E872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本稿主判断是“是否跑赢基准，在哪些阶段领先”。ICIR与夏普都不能代替真实扣费资金曲线。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5CB98-1B42-42B2-92AB-AC216C2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来源：train_models.py、ledger.py；均值/波动使用样本标准差，ICIR本稿不额外乘√252</a:t>
            </a:r>
          </a:p>
        </p:txBody>
      </p:sp>
    </p:spTree>
    <p:extLst>
      <p:ext uri="{BB962C8B-B14F-4D97-AF65-F5344CB8AC3E}">
        <p14:creationId xmlns:p14="http://schemas.microsoft.com/office/powerpoint/2010/main" val="21157415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C9CE6-CF9D-4E59-A4C4-37E5BCEC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目前证据支持什么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4487A-DB5F-47D8-8D0D-40B08C9F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在已查看过的历史上，五天主流程跑赢两个基准，但不能把全部差额归因于选股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05440-7585-4F46-A0FE-4F65087D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7707F-A501-4747-A9AE-C217DE38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34.63个百分点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00983-CCD6-4C67-864B-2DB843E6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全期相对期初等权的收益差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19329-7EB0-4812-AEF8-417C1857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23.63个百分点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A5AF1-4D67-460F-AE80-195FD419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后一年相对期初等权的收益差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22AA7-D0EA-4816-BC61-F14F4623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4563B-C0AF-418D-A9E4-6598E0AC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35CC6-D6D9-417E-ABAA-2D7E55D8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29100"/>
            <a:ext cx="938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历史已被研究查看过，尚不是全新时期的独立成绩。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因子发布时间与缺失值IC口径仍需核验；仓位差异尚未完全排除。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4070B-0083-4335-B665-2F147215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判断标准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C414B-63AB-4183-B6BF-9D51C8ED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14950"/>
            <a:ext cx="938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冻结规则后，在后续时期继续看扣费超额、回撤与稳定性。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CF514-914A-4210-B015-8E866ED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代码：prepare_data.py、train_models.py、ledger.py；本次基准与曲线数据保留在项目分析目录。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2026-10-16T07:33:12.2820000Z</dcterms:created>
  <dcterms:modified xsi:type="dcterms:W3CDTF">2026-10-16T07:33:12.2820000Z</dcterms:modified>
</coreProperties>
</file>